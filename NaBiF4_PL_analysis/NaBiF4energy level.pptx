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4" r:id="rId4"/>
    <p:sldId id="265" r:id="rId5"/>
    <p:sldId id="266" r:id="rId6"/>
    <p:sldId id="267" r:id="rId7"/>
    <p:sldId id="268" r:id="rId8"/>
    <p:sldId id="258" r:id="rId9"/>
    <p:sldId id="259" r:id="rId10"/>
    <p:sldId id="260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naseelan Murugan" initials="GM" lastIdx="1" clrIdx="0">
    <p:extLst>
      <p:ext uri="{19B8F6BF-5375-455C-9EA6-DF929625EA0E}">
        <p15:presenceInfo xmlns:p15="http://schemas.microsoft.com/office/powerpoint/2012/main" userId="Gunaseelan Murug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9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19T09:26:09.678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D8183-D0C8-A1AB-AB60-9B39FE10F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DC22C-D5A9-F754-BAD4-878248571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01F4A-A7D2-BBC8-EE10-159B5A54D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20881-8A73-4D62-A0F1-4D8F0CB4A4D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297B8-E0DB-9127-AB78-2C6E69741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CAE0B-110F-D9DA-88E7-995ADD92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C0E-AF7B-4161-8266-1DE3DA0A0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185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11863-8670-397D-21C2-D48ACECA4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C74D8-FFD6-EE63-78A2-00D096E68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38BDE-E1E0-6B7E-C964-11F208F8B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20881-8A73-4D62-A0F1-4D8F0CB4A4D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0E711-BF90-19A0-9B4C-9BE483E60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4E99-369C-A14F-A2A9-4C865801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C0E-AF7B-4161-8266-1DE3DA0A0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628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2D11E-5A28-3B53-77DF-4E9C878AA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898BB-58A7-8F40-A99D-87F9CBE85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443FE-5C4E-B205-DC9B-D7D2EDFF0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20881-8A73-4D62-A0F1-4D8F0CB4A4D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AACE4-FC69-9B15-0316-446375DCC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4BDC2-3331-A2B0-3FF1-CFB82CA43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C0E-AF7B-4161-8266-1DE3DA0A0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56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05638-51CF-B4DB-997D-33E9FAB06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145E8-C3F5-2840-5128-7073104F3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E2A53-DAC4-F6DA-A699-58B957467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05AE8-55A3-22B2-E31B-51615CA8F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20881-8A73-4D62-A0F1-4D8F0CB4A4D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A9967-D30F-D4A7-CF32-103C1DD2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6F896-1909-4EA7-E0C8-E3B456604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C0E-AF7B-4161-8266-1DE3DA0A0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912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112C6-EBC9-2F6C-EACD-38AFB87BC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64B33-9B4A-01BE-D109-4B24429D9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B43BC-4FD9-0168-B8EE-470277665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7FF99B-B967-D88A-22B8-BF7720F08B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7992A-9CFB-369F-7E6F-AA868DAA20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7039AD-87C0-EC97-6640-D0DD1494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20881-8A73-4D62-A0F1-4D8F0CB4A4D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F004DA-8F30-0395-EA89-19BB69A6D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4F59A2-0817-0FDA-3888-B93AC527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C0E-AF7B-4161-8266-1DE3DA0A0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699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539B-4FA3-CCBD-AB1A-E4F9F67DF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DF700C-EE98-CFF4-1CA1-D8D020EDA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20881-8A73-4D62-A0F1-4D8F0CB4A4D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62242-F8DD-0B4E-78B1-EB8E7EEC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D4044F-2A4B-F1CF-C6BC-53942E8E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C0E-AF7B-4161-8266-1DE3DA0A0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68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2C58B7-3BD3-6369-4B07-6CD5B0853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20881-8A73-4D62-A0F1-4D8F0CB4A4D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15ABF6-5222-372D-48D2-D04C28FFC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D5558-A2D2-9703-DC09-A536EAD4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C0E-AF7B-4161-8266-1DE3DA0A0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1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BDC32-FC3F-B064-5076-EDBDD7A95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76F0D-D7CF-5F6B-6D13-87C19011E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41AD6-4093-6894-9BA0-C2F721DE9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6AA13-D80D-2B3F-9561-B4C2B7983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20881-8A73-4D62-A0F1-4D8F0CB4A4D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9F6D8-592D-1C8A-E2A2-F3A314A0E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E6DF2-EC18-A7F9-4A6F-AE377A31B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C0E-AF7B-4161-8266-1DE3DA0A0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534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D3F5-3D73-AAD4-98B1-E546A397B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DAB4B-F542-2C8D-FFAA-9D8827D4F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1AE92-6BD0-1EB1-7282-3584F37BC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02286-AE20-CA41-C9CC-978DAD0B0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20881-8A73-4D62-A0F1-4D8F0CB4A4D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C2AAE-0456-E21D-FBCE-907E96C17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92F52-BCCF-6402-896C-3251E269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C0E-AF7B-4161-8266-1DE3DA0A0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66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70E06-A220-F2AC-ECF4-42DB737B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3B019-5CAC-ADD0-8C07-6A100F43C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05287-68BD-9532-2CC2-5E7EBFFEA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20881-8A73-4D62-A0F1-4D8F0CB4A4D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454B6-B1C9-FEEF-05B9-B98E9759E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4665E-0892-B155-C298-50D60CE2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C0E-AF7B-4161-8266-1DE3DA0A0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2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B3328-6F74-32E3-B8A9-75EEF5A1E2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4BD77-2F1B-D225-3E2C-6E1BB1252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BF0BF-9131-3428-6E65-8A09D906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20881-8A73-4D62-A0F1-4D8F0CB4A4D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5C1BE-BAED-647C-FB17-8CAF3F28E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5F91A-C86E-747E-915C-358B7209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4C0E-AF7B-4161-8266-1DE3DA0A0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83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20722E-8C2F-F75A-3756-778C9B8EB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FB09D-DC64-52EB-06C1-5061235E5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9DF0D-D00C-E9A1-B2DD-415718662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20881-8A73-4D62-A0F1-4D8F0CB4A4D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BF4E6-3F30-B3DB-182D-D62FDC17C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646F4-5259-54BD-32C2-318877580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A4C0E-AF7B-4161-8266-1DE3DA0A0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51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98F5E6F-BF5C-0BFD-47F6-7AA87A8EFA7B}"/>
              </a:ext>
            </a:extLst>
          </p:cNvPr>
          <p:cNvGrpSpPr/>
          <p:nvPr/>
        </p:nvGrpSpPr>
        <p:grpSpPr>
          <a:xfrm>
            <a:off x="1598774" y="180120"/>
            <a:ext cx="10354235" cy="6701558"/>
            <a:chOff x="991618" y="156442"/>
            <a:chExt cx="10354235" cy="670155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BA3242F-2DC5-69FF-5BE4-7F2B35C014C8}"/>
                </a:ext>
              </a:extLst>
            </p:cNvPr>
            <p:cNvGrpSpPr/>
            <p:nvPr/>
          </p:nvGrpSpPr>
          <p:grpSpPr>
            <a:xfrm>
              <a:off x="2328134" y="314330"/>
              <a:ext cx="531221" cy="5969972"/>
              <a:chOff x="287930" y="353062"/>
              <a:chExt cx="531221" cy="5969972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735BC01-B21F-E14A-E1D2-6F5DE0942FB5}"/>
                  </a:ext>
                </a:extLst>
              </p:cNvPr>
              <p:cNvGrpSpPr/>
              <p:nvPr/>
            </p:nvGrpSpPr>
            <p:grpSpPr>
              <a:xfrm flipV="1">
                <a:off x="614363" y="353062"/>
                <a:ext cx="204788" cy="5822436"/>
                <a:chOff x="628650" y="676782"/>
                <a:chExt cx="204788" cy="6083142"/>
              </a:xfrm>
            </p:grpSpPr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B1A58968-E7DA-FB1A-A273-7CB71A2D45FB}"/>
                    </a:ext>
                  </a:extLst>
                </p:cNvPr>
                <p:cNvCxnSpPr/>
                <p:nvPr/>
              </p:nvCxnSpPr>
              <p:spPr>
                <a:xfrm>
                  <a:off x="816293" y="676782"/>
                  <a:ext cx="12381" cy="608314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E1AF5FC5-A1B7-53EF-A1BE-BD62D2D52B1B}"/>
                    </a:ext>
                  </a:extLst>
                </p:cNvPr>
                <p:cNvCxnSpPr/>
                <p:nvPr/>
              </p:nvCxnSpPr>
              <p:spPr>
                <a:xfrm>
                  <a:off x="633413" y="683418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632772ED-16D1-FAF0-53ED-1435D25B848F}"/>
                    </a:ext>
                  </a:extLst>
                </p:cNvPr>
                <p:cNvCxnSpPr/>
                <p:nvPr/>
              </p:nvCxnSpPr>
              <p:spPr>
                <a:xfrm>
                  <a:off x="633413" y="1630054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90A3549C-7B05-D2AB-196F-79D23E573665}"/>
                    </a:ext>
                  </a:extLst>
                </p:cNvPr>
                <p:cNvCxnSpPr/>
                <p:nvPr/>
              </p:nvCxnSpPr>
              <p:spPr>
                <a:xfrm>
                  <a:off x="628650" y="4492159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162FEC72-2D4E-4430-A745-E04F263C29DE}"/>
                    </a:ext>
                  </a:extLst>
                </p:cNvPr>
                <p:cNvCxnSpPr/>
                <p:nvPr/>
              </p:nvCxnSpPr>
              <p:spPr>
                <a:xfrm>
                  <a:off x="633413" y="2584627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CA1B537C-3C5E-AA66-54C8-242A6FA39A97}"/>
                    </a:ext>
                  </a:extLst>
                </p:cNvPr>
                <p:cNvCxnSpPr/>
                <p:nvPr/>
              </p:nvCxnSpPr>
              <p:spPr>
                <a:xfrm>
                  <a:off x="633413" y="3533390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E3AA20E6-95B9-BDDB-00F1-52419B56417A}"/>
                    </a:ext>
                  </a:extLst>
                </p:cNvPr>
                <p:cNvCxnSpPr/>
                <p:nvPr/>
              </p:nvCxnSpPr>
              <p:spPr>
                <a:xfrm>
                  <a:off x="630238" y="6418178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11736C35-283B-8B59-E4C1-CED0A6EE7E1D}"/>
                    </a:ext>
                  </a:extLst>
                </p:cNvPr>
                <p:cNvCxnSpPr/>
                <p:nvPr/>
              </p:nvCxnSpPr>
              <p:spPr>
                <a:xfrm>
                  <a:off x="635318" y="5441179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4460A4F9-3DF6-71A8-88A4-027E27D75F22}"/>
                    </a:ext>
                  </a:extLst>
                </p:cNvPr>
                <p:cNvCxnSpPr/>
                <p:nvPr/>
              </p:nvCxnSpPr>
              <p:spPr>
                <a:xfrm>
                  <a:off x="681038" y="1148105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961A3905-7B86-460D-B825-A028053B9AA7}"/>
                    </a:ext>
                  </a:extLst>
                </p:cNvPr>
                <p:cNvCxnSpPr/>
                <p:nvPr/>
              </p:nvCxnSpPr>
              <p:spPr>
                <a:xfrm>
                  <a:off x="691514" y="2125105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C35DB8D-E80E-4A10-03B4-55FDFA3F5F9A}"/>
                    </a:ext>
                  </a:extLst>
                </p:cNvPr>
                <p:cNvCxnSpPr/>
                <p:nvPr/>
              </p:nvCxnSpPr>
              <p:spPr>
                <a:xfrm>
                  <a:off x="681038" y="3999493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942B98E0-AA93-2C0F-AD67-E0C671C01C49}"/>
                    </a:ext>
                  </a:extLst>
                </p:cNvPr>
                <p:cNvCxnSpPr/>
                <p:nvPr/>
              </p:nvCxnSpPr>
              <p:spPr>
                <a:xfrm>
                  <a:off x="688658" y="3049030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16B7AC99-D802-8FE9-DFF3-BBD0D800A7D0}"/>
                    </a:ext>
                  </a:extLst>
                </p:cNvPr>
                <p:cNvCxnSpPr/>
                <p:nvPr/>
              </p:nvCxnSpPr>
              <p:spPr>
                <a:xfrm>
                  <a:off x="681038" y="4961186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F5BCA869-CBCF-B936-A279-3764B3095194}"/>
                    </a:ext>
                  </a:extLst>
                </p:cNvPr>
                <p:cNvCxnSpPr/>
                <p:nvPr/>
              </p:nvCxnSpPr>
              <p:spPr>
                <a:xfrm>
                  <a:off x="681038" y="5938185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D7C4B26F-65B9-ED91-D2E1-8AD9F6C5F42E}"/>
                    </a:ext>
                  </a:extLst>
                </p:cNvPr>
                <p:cNvCxnSpPr/>
                <p:nvPr/>
              </p:nvCxnSpPr>
              <p:spPr>
                <a:xfrm>
                  <a:off x="696278" y="6754195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C180DD2-2122-CE1B-B478-707C46C17CA9}"/>
                  </a:ext>
                </a:extLst>
              </p:cNvPr>
              <p:cNvSpPr txBox="1"/>
              <p:nvPr/>
            </p:nvSpPr>
            <p:spPr>
              <a:xfrm>
                <a:off x="385568" y="6015257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21691E8-B0C4-D4D7-68B2-BBE3AF4C7A5B}"/>
                  </a:ext>
                </a:extLst>
              </p:cNvPr>
              <p:cNvSpPr txBox="1"/>
              <p:nvPr/>
            </p:nvSpPr>
            <p:spPr>
              <a:xfrm>
                <a:off x="287930" y="2368252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4A5E184-E882-73E4-A7B0-264CDABF71CE}"/>
                  </a:ext>
                </a:extLst>
              </p:cNvPr>
              <p:cNvSpPr txBox="1"/>
              <p:nvPr/>
            </p:nvSpPr>
            <p:spPr>
              <a:xfrm>
                <a:off x="338324" y="5109192"/>
                <a:ext cx="2744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B783B3B-8AA2-2D7D-BA90-AA264A5525FF}"/>
                  </a:ext>
                </a:extLst>
              </p:cNvPr>
              <p:cNvSpPr txBox="1"/>
              <p:nvPr/>
            </p:nvSpPr>
            <p:spPr>
              <a:xfrm>
                <a:off x="304893" y="4182325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1C046EE-976B-9D4B-DC58-926427ABBD5A}"/>
                  </a:ext>
                </a:extLst>
              </p:cNvPr>
              <p:cNvSpPr txBox="1"/>
              <p:nvPr/>
            </p:nvSpPr>
            <p:spPr>
              <a:xfrm>
                <a:off x="304893" y="1453555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CF10E55-9EA9-927C-3223-9F4FE904F24B}"/>
                  </a:ext>
                </a:extLst>
              </p:cNvPr>
              <p:cNvSpPr txBox="1"/>
              <p:nvPr/>
            </p:nvSpPr>
            <p:spPr>
              <a:xfrm>
                <a:off x="292137" y="3255458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43E47FF-C737-0212-2EE4-CDCB6E633DE2}"/>
                  </a:ext>
                </a:extLst>
              </p:cNvPr>
              <p:cNvSpPr txBox="1"/>
              <p:nvPr/>
            </p:nvSpPr>
            <p:spPr>
              <a:xfrm>
                <a:off x="288061" y="524416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2D1C32A-E7CB-2780-DC91-CA8796C71491}"/>
                </a:ext>
              </a:extLst>
            </p:cNvPr>
            <p:cNvGrpSpPr/>
            <p:nvPr/>
          </p:nvGrpSpPr>
          <p:grpSpPr>
            <a:xfrm>
              <a:off x="3702090" y="4181704"/>
              <a:ext cx="1828800" cy="1943278"/>
              <a:chOff x="1524000" y="4231310"/>
              <a:chExt cx="1828800" cy="1943278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53F09D4D-5832-0EAB-1D8D-84A07C926A34}"/>
                  </a:ext>
                </a:extLst>
              </p:cNvPr>
              <p:cNvCxnSpPr/>
              <p:nvPr/>
            </p:nvCxnSpPr>
            <p:spPr>
              <a:xfrm>
                <a:off x="1524000" y="6174588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95518170-4958-FC2A-46B4-A089DA5545CF}"/>
                  </a:ext>
                </a:extLst>
              </p:cNvPr>
              <p:cNvCxnSpPr/>
              <p:nvPr/>
            </p:nvCxnSpPr>
            <p:spPr>
              <a:xfrm>
                <a:off x="1524000" y="4231310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4BA360F-37A3-F226-387A-5CDA9FD926F8}"/>
                </a:ext>
              </a:extLst>
            </p:cNvPr>
            <p:cNvGrpSpPr/>
            <p:nvPr/>
          </p:nvGrpSpPr>
          <p:grpSpPr>
            <a:xfrm>
              <a:off x="6450960" y="951856"/>
              <a:ext cx="1828800" cy="5184911"/>
              <a:chOff x="4753429" y="996030"/>
              <a:chExt cx="1828800" cy="5184911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EE5F2B6D-E81F-160C-948A-3D48299CC1A3}"/>
                  </a:ext>
                </a:extLst>
              </p:cNvPr>
              <p:cNvCxnSpPr/>
              <p:nvPr/>
            </p:nvCxnSpPr>
            <p:spPr>
              <a:xfrm>
                <a:off x="4753429" y="6180941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A8957D2A-B4E1-02D6-BD96-2EDDB80BD45E}"/>
                  </a:ext>
                </a:extLst>
              </p:cNvPr>
              <p:cNvCxnSpPr/>
              <p:nvPr/>
            </p:nvCxnSpPr>
            <p:spPr>
              <a:xfrm>
                <a:off x="4753429" y="4341656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8B0990B-1C52-D2A5-BCEF-BCFF0099D438}"/>
                  </a:ext>
                </a:extLst>
              </p:cNvPr>
              <p:cNvCxnSpPr/>
              <p:nvPr/>
            </p:nvCxnSpPr>
            <p:spPr>
              <a:xfrm>
                <a:off x="4753429" y="4850601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1B6E5E18-922F-C7FF-DFF4-4F6C265D1C73}"/>
                  </a:ext>
                </a:extLst>
              </p:cNvPr>
              <p:cNvCxnSpPr/>
              <p:nvPr/>
            </p:nvCxnSpPr>
            <p:spPr>
              <a:xfrm>
                <a:off x="4753429" y="2694805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574C8638-DBBD-CB99-84F9-4B779512BA12}"/>
                  </a:ext>
                </a:extLst>
              </p:cNvPr>
              <p:cNvCxnSpPr/>
              <p:nvPr/>
            </p:nvCxnSpPr>
            <p:spPr>
              <a:xfrm>
                <a:off x="4753429" y="3475787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2798DC7-4F1A-BCA5-A2BC-D57201B19803}"/>
                  </a:ext>
                </a:extLst>
              </p:cNvPr>
              <p:cNvCxnSpPr/>
              <p:nvPr/>
            </p:nvCxnSpPr>
            <p:spPr>
              <a:xfrm>
                <a:off x="4753429" y="3968417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D729AB95-023E-5087-FA5E-01DDCF9D0CD0}"/>
                  </a:ext>
                </a:extLst>
              </p:cNvPr>
              <p:cNvCxnSpPr/>
              <p:nvPr/>
            </p:nvCxnSpPr>
            <p:spPr>
              <a:xfrm>
                <a:off x="4753429" y="1656428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167A9F4D-4069-9CDA-A60D-64FF35482A92}"/>
                  </a:ext>
                </a:extLst>
              </p:cNvPr>
              <p:cNvCxnSpPr/>
              <p:nvPr/>
            </p:nvCxnSpPr>
            <p:spPr>
              <a:xfrm>
                <a:off x="4753429" y="2884668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453B4BA7-0AE9-C926-066B-1F7CD108422D}"/>
                  </a:ext>
                </a:extLst>
              </p:cNvPr>
              <p:cNvCxnSpPr/>
              <p:nvPr/>
            </p:nvCxnSpPr>
            <p:spPr>
              <a:xfrm>
                <a:off x="4753429" y="1926429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D297E64D-3EFB-0E26-2212-B67E2BEE14F5}"/>
                  </a:ext>
                </a:extLst>
              </p:cNvPr>
              <p:cNvCxnSpPr/>
              <p:nvPr/>
            </p:nvCxnSpPr>
            <p:spPr>
              <a:xfrm>
                <a:off x="4753429" y="2436615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0F5D83EF-5C4F-C700-432E-FF2A10DEC45A}"/>
                  </a:ext>
                </a:extLst>
              </p:cNvPr>
              <p:cNvCxnSpPr/>
              <p:nvPr/>
            </p:nvCxnSpPr>
            <p:spPr>
              <a:xfrm>
                <a:off x="4753429" y="996030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3F046E-AB38-E014-4C27-C5A6D692C676}"/>
                </a:ext>
              </a:extLst>
            </p:cNvPr>
            <p:cNvSpPr txBox="1"/>
            <p:nvPr/>
          </p:nvSpPr>
          <p:spPr>
            <a:xfrm rot="16200000">
              <a:off x="596974" y="3102528"/>
              <a:ext cx="27061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Energy (x 10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cm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48B1421-448F-FD24-0243-26C8C92E5549}"/>
                </a:ext>
              </a:extLst>
            </p:cNvPr>
            <p:cNvSpPr txBox="1"/>
            <p:nvPr/>
          </p:nvSpPr>
          <p:spPr>
            <a:xfrm>
              <a:off x="8309880" y="5877756"/>
              <a:ext cx="6719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15/2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236440-537A-A4D2-1F4B-5371E5778FC7}"/>
                </a:ext>
              </a:extLst>
            </p:cNvPr>
            <p:cNvSpPr txBox="1"/>
            <p:nvPr/>
          </p:nvSpPr>
          <p:spPr>
            <a:xfrm>
              <a:off x="8301894" y="4174185"/>
              <a:ext cx="662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11/2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9FDA59-A36F-6785-EFE6-D8782B88554F}"/>
                </a:ext>
              </a:extLst>
            </p:cNvPr>
            <p:cNvSpPr txBox="1"/>
            <p:nvPr/>
          </p:nvSpPr>
          <p:spPr>
            <a:xfrm>
              <a:off x="8270933" y="4670366"/>
              <a:ext cx="6719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13/2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83A39AE-A671-6EF5-47E3-2C7293766209}"/>
                </a:ext>
              </a:extLst>
            </p:cNvPr>
            <p:cNvSpPr txBox="1"/>
            <p:nvPr/>
          </p:nvSpPr>
          <p:spPr>
            <a:xfrm>
              <a:off x="8162548" y="659813"/>
              <a:ext cx="7619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11/2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B712F2-1236-6EBB-A95C-0AD68BC9179A}"/>
                </a:ext>
              </a:extLst>
            </p:cNvPr>
            <p:cNvSpPr txBox="1"/>
            <p:nvPr/>
          </p:nvSpPr>
          <p:spPr>
            <a:xfrm>
              <a:off x="8256512" y="266272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3/2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90C083B-C0D0-C90D-B52B-58F435EE23D9}"/>
                </a:ext>
              </a:extLst>
            </p:cNvPr>
            <p:cNvSpPr txBox="1"/>
            <p:nvPr/>
          </p:nvSpPr>
          <p:spPr>
            <a:xfrm>
              <a:off x="8110490" y="2998838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9/2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7E3736-666A-CFCF-EDD7-7DE9EB4CBAFD}"/>
                </a:ext>
              </a:extLst>
            </p:cNvPr>
            <p:cNvSpPr txBox="1"/>
            <p:nvPr/>
          </p:nvSpPr>
          <p:spPr>
            <a:xfrm>
              <a:off x="4193121" y="6293048"/>
              <a:ext cx="974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Yb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3+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2136C6F-36C6-6B8A-4C9C-8BA98D8964AB}"/>
                </a:ext>
              </a:extLst>
            </p:cNvPr>
            <p:cNvSpPr txBox="1"/>
            <p:nvPr/>
          </p:nvSpPr>
          <p:spPr>
            <a:xfrm>
              <a:off x="7068557" y="6309648"/>
              <a:ext cx="974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Er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3+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BD8D600-548F-BA8D-9AFF-BA734D83B5FE}"/>
                </a:ext>
              </a:extLst>
            </p:cNvPr>
            <p:cNvSpPr txBox="1"/>
            <p:nvPr/>
          </p:nvSpPr>
          <p:spPr>
            <a:xfrm>
              <a:off x="8313411" y="3678004"/>
              <a:ext cx="587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9/2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07F6D82-B57F-31BD-2421-C882990138DA}"/>
                </a:ext>
              </a:extLst>
            </p:cNvPr>
            <p:cNvSpPr txBox="1"/>
            <p:nvPr/>
          </p:nvSpPr>
          <p:spPr>
            <a:xfrm>
              <a:off x="8150288" y="2062897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7/2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9FF9BC7-0819-74A0-F01C-9A1BF423F118}"/>
                </a:ext>
              </a:extLst>
            </p:cNvPr>
            <p:cNvSpPr txBox="1"/>
            <p:nvPr/>
          </p:nvSpPr>
          <p:spPr>
            <a:xfrm>
              <a:off x="8262183" y="2367460"/>
              <a:ext cx="7619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11/2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DD14703-B700-E8EB-D9C2-4E619CC1CE43}"/>
                </a:ext>
              </a:extLst>
            </p:cNvPr>
            <p:cNvSpPr txBox="1"/>
            <p:nvPr/>
          </p:nvSpPr>
          <p:spPr>
            <a:xfrm>
              <a:off x="8249299" y="1580996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3/2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B02BF11-90E3-4537-236D-0C0FD4CFF68D}"/>
                </a:ext>
              </a:extLst>
            </p:cNvPr>
            <p:cNvSpPr txBox="1"/>
            <p:nvPr/>
          </p:nvSpPr>
          <p:spPr>
            <a:xfrm>
              <a:off x="8190949" y="1288809"/>
              <a:ext cx="6864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9/2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6050CF0-E03D-18C9-63F6-AE62B4881BD3}"/>
                </a:ext>
              </a:extLst>
            </p:cNvPr>
            <p:cNvSpPr txBox="1"/>
            <p:nvPr/>
          </p:nvSpPr>
          <p:spPr>
            <a:xfrm>
              <a:off x="5524008" y="5884192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7/2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8AB5A6D-FBB7-5B7F-2275-4829A2CC191E}"/>
                </a:ext>
              </a:extLst>
            </p:cNvPr>
            <p:cNvSpPr txBox="1"/>
            <p:nvPr/>
          </p:nvSpPr>
          <p:spPr>
            <a:xfrm>
              <a:off x="5570814" y="3993433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5/2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06635D8-F4EB-AEFD-8F95-71B8E3CCF215}"/>
                </a:ext>
              </a:extLst>
            </p:cNvPr>
            <p:cNvCxnSpPr/>
            <p:nvPr/>
          </p:nvCxnSpPr>
          <p:spPr>
            <a:xfrm flipV="1">
              <a:off x="4193121" y="4181704"/>
              <a:ext cx="0" cy="194327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7119DE5-A1C5-ADA9-EB31-B6862627C80B}"/>
                </a:ext>
              </a:extLst>
            </p:cNvPr>
            <p:cNvCxnSpPr/>
            <p:nvPr/>
          </p:nvCxnSpPr>
          <p:spPr>
            <a:xfrm>
              <a:off x="4853521" y="4193488"/>
              <a:ext cx="0" cy="1943278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9BE6FE2-3DBD-4F29-31E6-EBFCE157F242}"/>
                </a:ext>
              </a:extLst>
            </p:cNvPr>
            <p:cNvGrpSpPr/>
            <p:nvPr/>
          </p:nvGrpSpPr>
          <p:grpSpPr>
            <a:xfrm>
              <a:off x="5296081" y="2054473"/>
              <a:ext cx="1506558" cy="2139015"/>
              <a:chOff x="4946791" y="2092294"/>
              <a:chExt cx="1506558" cy="2139015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9F542EE-25AD-8B75-E0B6-A4B18A74A143}"/>
                  </a:ext>
                </a:extLst>
              </p:cNvPr>
              <p:cNvCxnSpPr/>
              <p:nvPr/>
            </p:nvCxnSpPr>
            <p:spPr>
              <a:xfrm flipV="1">
                <a:off x="4946791" y="2349611"/>
                <a:ext cx="28529" cy="1881698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Arc 57">
                <a:extLst>
                  <a:ext uri="{FF2B5EF4-FFF2-40B4-BE49-F238E27FC236}">
                    <a16:creationId xmlns:a16="http://schemas.microsoft.com/office/drawing/2014/main" id="{9D75CB3B-203C-90E6-B163-0339E75DDDEC}"/>
                  </a:ext>
                </a:extLst>
              </p:cNvPr>
              <p:cNvSpPr/>
              <p:nvPr/>
            </p:nvSpPr>
            <p:spPr>
              <a:xfrm rot="16200000">
                <a:off x="5445010" y="1620970"/>
                <a:ext cx="537015" cy="1479663"/>
              </a:xfrm>
              <a:prstGeom prst="arc">
                <a:avLst>
                  <a:gd name="adj1" fmla="val 16116946"/>
                  <a:gd name="adj2" fmla="val 5316624"/>
                </a:avLst>
              </a:prstGeom>
              <a:ln w="25400">
                <a:solidFill>
                  <a:schemeClr val="tx1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27D0DB2-860A-03FE-22B9-8138CD9E2EE7}"/>
                </a:ext>
              </a:extLst>
            </p:cNvPr>
            <p:cNvGrpSpPr/>
            <p:nvPr/>
          </p:nvGrpSpPr>
          <p:grpSpPr>
            <a:xfrm>
              <a:off x="5069018" y="485684"/>
              <a:ext cx="1506558" cy="3707804"/>
              <a:chOff x="4946791" y="2092294"/>
              <a:chExt cx="1506558" cy="2139015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72772A4-3400-1156-754C-E0770225A41D}"/>
                  </a:ext>
                </a:extLst>
              </p:cNvPr>
              <p:cNvCxnSpPr/>
              <p:nvPr/>
            </p:nvCxnSpPr>
            <p:spPr>
              <a:xfrm flipV="1">
                <a:off x="4946791" y="2349611"/>
                <a:ext cx="28529" cy="1881698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Arc 55">
                <a:extLst>
                  <a:ext uri="{FF2B5EF4-FFF2-40B4-BE49-F238E27FC236}">
                    <a16:creationId xmlns:a16="http://schemas.microsoft.com/office/drawing/2014/main" id="{5F4F285F-7BEE-E0AF-4676-66F967103FFD}"/>
                  </a:ext>
                </a:extLst>
              </p:cNvPr>
              <p:cNvSpPr/>
              <p:nvPr/>
            </p:nvSpPr>
            <p:spPr>
              <a:xfrm rot="16200000">
                <a:off x="5445010" y="1620970"/>
                <a:ext cx="537015" cy="1479663"/>
              </a:xfrm>
              <a:prstGeom prst="arc">
                <a:avLst>
                  <a:gd name="adj1" fmla="val 16116946"/>
                  <a:gd name="adj2" fmla="val 5316624"/>
                </a:avLst>
              </a:prstGeom>
              <a:ln w="25400">
                <a:solidFill>
                  <a:schemeClr val="tx1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C3042280-FAD3-EB18-EFB7-683991F583AF}"/>
                </a:ext>
              </a:extLst>
            </p:cNvPr>
            <p:cNvSpPr/>
            <p:nvPr/>
          </p:nvSpPr>
          <p:spPr>
            <a:xfrm rot="16200000">
              <a:off x="5788428" y="3616576"/>
              <a:ext cx="557557" cy="1231620"/>
            </a:xfrm>
            <a:prstGeom prst="arc">
              <a:avLst>
                <a:gd name="adj1" fmla="val 16486163"/>
                <a:gd name="adj2" fmla="val 5724375"/>
              </a:avLst>
            </a:prstGeom>
            <a:ln w="25400">
              <a:solidFill>
                <a:schemeClr val="tx1"/>
              </a:solidFill>
              <a:prstDash val="dash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EAF0239-C9B7-BD53-BB22-8E81D28796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597" y="2392441"/>
              <a:ext cx="0" cy="190146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495D787-325B-6D52-CFF3-CF9E664B24DB}"/>
                </a:ext>
              </a:extLst>
            </p:cNvPr>
            <p:cNvCxnSpPr/>
            <p:nvPr/>
          </p:nvCxnSpPr>
          <p:spPr>
            <a:xfrm flipV="1">
              <a:off x="6481080" y="4297481"/>
              <a:ext cx="0" cy="1839285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7D8E95C-33F7-B294-8A38-B90D10F176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8940" y="948309"/>
              <a:ext cx="4772" cy="186933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3507435-342A-100D-5995-A8F481A02C9C}"/>
                </a:ext>
              </a:extLst>
            </p:cNvPr>
            <p:cNvCxnSpPr/>
            <p:nvPr/>
          </p:nvCxnSpPr>
          <p:spPr>
            <a:xfrm>
              <a:off x="6481080" y="2029301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186A4C5-177E-C7C3-F453-3CE4852DC5B6}"/>
                </a:ext>
              </a:extLst>
            </p:cNvPr>
            <p:cNvSpPr txBox="1"/>
            <p:nvPr/>
          </p:nvSpPr>
          <p:spPr>
            <a:xfrm>
              <a:off x="8279760" y="1819861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5/2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23DC06E-4398-72A5-6550-3CB3AA9CFD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9903" y="1602817"/>
              <a:ext cx="1353" cy="4563232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DA0AC70-593D-3ADB-4EB0-3781EE16C2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8444" y="2794231"/>
              <a:ext cx="35283" cy="3339808"/>
            </a:xfrm>
            <a:prstGeom prst="straightConnector1">
              <a:avLst/>
            </a:prstGeom>
            <a:ln w="38100">
              <a:solidFill>
                <a:srgbClr val="00B050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38F7CB0-4BE8-52D4-C07A-DDBF0A41059E}"/>
                </a:ext>
              </a:extLst>
            </p:cNvPr>
            <p:cNvSpPr txBox="1"/>
            <p:nvPr/>
          </p:nvSpPr>
          <p:spPr>
            <a:xfrm rot="16200000">
              <a:off x="7177381" y="5147929"/>
              <a:ext cx="10595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560 nm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E3507D7-46F5-143C-0A30-182A0765FB6F}"/>
                </a:ext>
              </a:extLst>
            </p:cNvPr>
            <p:cNvSpPr txBox="1"/>
            <p:nvPr/>
          </p:nvSpPr>
          <p:spPr>
            <a:xfrm rot="16200000">
              <a:off x="6506007" y="5302690"/>
              <a:ext cx="10462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410 nm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F884E1F-39ED-3125-9B17-5555E5658ADF}"/>
                </a:ext>
              </a:extLst>
            </p:cNvPr>
            <p:cNvSpPr txBox="1"/>
            <p:nvPr/>
          </p:nvSpPr>
          <p:spPr>
            <a:xfrm rot="16200000">
              <a:off x="3674643" y="5076293"/>
              <a:ext cx="7120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GSA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2BBC7E5-BC37-B615-2D57-D3538B3AD0E8}"/>
                </a:ext>
              </a:extLst>
            </p:cNvPr>
            <p:cNvSpPr txBox="1"/>
            <p:nvPr/>
          </p:nvSpPr>
          <p:spPr>
            <a:xfrm rot="16200000">
              <a:off x="6407488" y="2920899"/>
              <a:ext cx="6848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ESA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4D5AB8B-A64C-910D-C1CA-6DCDAB4FC1B3}"/>
                </a:ext>
              </a:extLst>
            </p:cNvPr>
            <p:cNvSpPr txBox="1"/>
            <p:nvPr/>
          </p:nvSpPr>
          <p:spPr>
            <a:xfrm>
              <a:off x="5724556" y="2029301"/>
              <a:ext cx="5277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</a:t>
              </a:r>
            </a:p>
          </p:txBody>
        </p:sp>
        <p:sp>
          <p:nvSpPr>
            <p:cNvPr id="50" name="Lightning Bolt 49">
              <a:extLst>
                <a:ext uri="{FF2B5EF4-FFF2-40B4-BE49-F238E27FC236}">
                  <a16:creationId xmlns:a16="http://schemas.microsoft.com/office/drawing/2014/main" id="{F7FC5A88-D8DD-AE4D-6445-4C4C73379590}"/>
                </a:ext>
              </a:extLst>
            </p:cNvPr>
            <p:cNvSpPr/>
            <p:nvPr/>
          </p:nvSpPr>
          <p:spPr>
            <a:xfrm rot="20590028">
              <a:off x="3292864" y="5054709"/>
              <a:ext cx="524282" cy="933750"/>
            </a:xfrm>
            <a:prstGeom prst="lightningBol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FAD327D-5C04-CEA2-5488-658B19F2B238}"/>
                </a:ext>
              </a:extLst>
            </p:cNvPr>
            <p:cNvSpPr txBox="1"/>
            <p:nvPr/>
          </p:nvSpPr>
          <p:spPr>
            <a:xfrm>
              <a:off x="2851235" y="4750514"/>
              <a:ext cx="9893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975 nm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E0598D8-7075-D6D1-3276-8A50A96398A3}"/>
                </a:ext>
              </a:extLst>
            </p:cNvPr>
            <p:cNvSpPr/>
            <p:nvPr/>
          </p:nvSpPr>
          <p:spPr>
            <a:xfrm>
              <a:off x="991618" y="156442"/>
              <a:ext cx="10354235" cy="67015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CF298E0-149D-9E66-4946-1F33A4B929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10490" y="3431613"/>
              <a:ext cx="22722" cy="2715826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3FE31FD-F84C-87D6-9B91-FDB2BB2CCED6}"/>
                </a:ext>
              </a:extLst>
            </p:cNvPr>
            <p:cNvSpPr txBox="1"/>
            <p:nvPr/>
          </p:nvSpPr>
          <p:spPr>
            <a:xfrm rot="16200000">
              <a:off x="7431377" y="5149466"/>
              <a:ext cx="10595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660 nm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F559E04B-3DAE-0517-6A54-A9B255D6A8F0}"/>
                </a:ext>
              </a:extLst>
            </p:cNvPr>
            <p:cNvSpPr txBox="1"/>
            <p:nvPr/>
          </p:nvSpPr>
          <p:spPr>
            <a:xfrm>
              <a:off x="6428158" y="4411960"/>
              <a:ext cx="4796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NR</a:t>
              </a:r>
            </a:p>
          </p:txBody>
        </p: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ED20B173-FAB7-C411-F910-56A2657D42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9715" y="3398948"/>
              <a:ext cx="11129" cy="141722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8ADB937C-DEBC-BB69-91D7-15C56344A0B8}"/>
                </a:ext>
              </a:extLst>
            </p:cNvPr>
            <p:cNvCxnSpPr>
              <a:cxnSpLocks/>
            </p:cNvCxnSpPr>
            <p:nvPr/>
          </p:nvCxnSpPr>
          <p:spPr>
            <a:xfrm>
              <a:off x="6836102" y="4297481"/>
              <a:ext cx="19919" cy="49621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558E04F4-43F4-C37F-7A77-10CFB33046B2}"/>
                </a:ext>
              </a:extLst>
            </p:cNvPr>
            <p:cNvCxnSpPr>
              <a:cxnSpLocks/>
            </p:cNvCxnSpPr>
            <p:nvPr/>
          </p:nvCxnSpPr>
          <p:spPr>
            <a:xfrm>
              <a:off x="7479147" y="2402540"/>
              <a:ext cx="0" cy="43386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C1F62E4A-A209-EF72-C8F7-8B625235EDF3}"/>
                </a:ext>
              </a:extLst>
            </p:cNvPr>
            <p:cNvCxnSpPr>
              <a:cxnSpLocks/>
            </p:cNvCxnSpPr>
            <p:nvPr/>
          </p:nvCxnSpPr>
          <p:spPr>
            <a:xfrm>
              <a:off x="7631547" y="2673961"/>
              <a:ext cx="0" cy="188816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D62C1BF3-36D4-2E7F-0CAD-4B14A5B231BB}"/>
                </a:ext>
              </a:extLst>
            </p:cNvPr>
            <p:cNvCxnSpPr>
              <a:cxnSpLocks/>
            </p:cNvCxnSpPr>
            <p:nvPr/>
          </p:nvCxnSpPr>
          <p:spPr>
            <a:xfrm>
              <a:off x="8016915" y="2817640"/>
              <a:ext cx="0" cy="581308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004467B4-9346-CFED-ED09-85EE1E2C4478}"/>
                </a:ext>
              </a:extLst>
            </p:cNvPr>
            <p:cNvCxnSpPr>
              <a:cxnSpLocks/>
            </p:cNvCxnSpPr>
            <p:nvPr/>
          </p:nvCxnSpPr>
          <p:spPr>
            <a:xfrm>
              <a:off x="7260346" y="980961"/>
              <a:ext cx="0" cy="600035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299AB30-FD98-376C-E276-05D7695EF9AF}"/>
              </a:ext>
            </a:extLst>
          </p:cNvPr>
          <p:cNvSpPr txBox="1"/>
          <p:nvPr/>
        </p:nvSpPr>
        <p:spPr>
          <a:xfrm>
            <a:off x="238991" y="793461"/>
            <a:ext cx="110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Y2 o3</a:t>
            </a:r>
          </a:p>
        </p:txBody>
      </p:sp>
    </p:spTree>
    <p:extLst>
      <p:ext uri="{BB962C8B-B14F-4D97-AF65-F5344CB8AC3E}">
        <p14:creationId xmlns:p14="http://schemas.microsoft.com/office/powerpoint/2010/main" val="1284497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15A972C-BC4A-2710-DBDE-05B79C6DBB2B}"/>
              </a:ext>
            </a:extLst>
          </p:cNvPr>
          <p:cNvGrpSpPr/>
          <p:nvPr/>
        </p:nvGrpSpPr>
        <p:grpSpPr>
          <a:xfrm>
            <a:off x="1251390" y="229179"/>
            <a:ext cx="10354235" cy="6701558"/>
            <a:chOff x="991618" y="156442"/>
            <a:chExt cx="10354235" cy="670155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875647-FC18-2453-4F55-3D4068651B51}"/>
                </a:ext>
              </a:extLst>
            </p:cNvPr>
            <p:cNvGrpSpPr/>
            <p:nvPr/>
          </p:nvGrpSpPr>
          <p:grpSpPr>
            <a:xfrm>
              <a:off x="3014061" y="335855"/>
              <a:ext cx="531221" cy="5969972"/>
              <a:chOff x="287930" y="353062"/>
              <a:chExt cx="531221" cy="5969972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1E648600-79BF-6EB0-4356-D98A7DF1AA31}"/>
                  </a:ext>
                </a:extLst>
              </p:cNvPr>
              <p:cNvGrpSpPr/>
              <p:nvPr/>
            </p:nvGrpSpPr>
            <p:grpSpPr>
              <a:xfrm flipV="1">
                <a:off x="614363" y="353062"/>
                <a:ext cx="204788" cy="5822436"/>
                <a:chOff x="628650" y="676782"/>
                <a:chExt cx="204788" cy="6083142"/>
              </a:xfrm>
            </p:grpSpPr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33A8E0A2-86CE-F0B9-DC86-3A0C2115AA6C}"/>
                    </a:ext>
                  </a:extLst>
                </p:cNvPr>
                <p:cNvCxnSpPr/>
                <p:nvPr/>
              </p:nvCxnSpPr>
              <p:spPr>
                <a:xfrm>
                  <a:off x="816293" y="676782"/>
                  <a:ext cx="12381" cy="608314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0F4E2A51-F7BE-9815-07C0-D6B571E87D2A}"/>
                    </a:ext>
                  </a:extLst>
                </p:cNvPr>
                <p:cNvCxnSpPr/>
                <p:nvPr/>
              </p:nvCxnSpPr>
              <p:spPr>
                <a:xfrm>
                  <a:off x="633413" y="683418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FE054E59-CBD3-286B-1175-3427F0774741}"/>
                    </a:ext>
                  </a:extLst>
                </p:cNvPr>
                <p:cNvCxnSpPr/>
                <p:nvPr/>
              </p:nvCxnSpPr>
              <p:spPr>
                <a:xfrm>
                  <a:off x="633413" y="1630054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3501CB76-E628-7926-F14A-A15AAF89E7DE}"/>
                    </a:ext>
                  </a:extLst>
                </p:cNvPr>
                <p:cNvCxnSpPr/>
                <p:nvPr/>
              </p:nvCxnSpPr>
              <p:spPr>
                <a:xfrm>
                  <a:off x="628650" y="4492159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C58FC132-6684-8495-3998-FEBE24F8E63E}"/>
                    </a:ext>
                  </a:extLst>
                </p:cNvPr>
                <p:cNvCxnSpPr/>
                <p:nvPr/>
              </p:nvCxnSpPr>
              <p:spPr>
                <a:xfrm>
                  <a:off x="633413" y="2584627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BE985F7D-85CA-2DA8-72BF-6F5E76292318}"/>
                    </a:ext>
                  </a:extLst>
                </p:cNvPr>
                <p:cNvCxnSpPr/>
                <p:nvPr/>
              </p:nvCxnSpPr>
              <p:spPr>
                <a:xfrm>
                  <a:off x="633413" y="3533390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F6AB903A-100A-685F-09F7-F29BA8F79E04}"/>
                    </a:ext>
                  </a:extLst>
                </p:cNvPr>
                <p:cNvCxnSpPr/>
                <p:nvPr/>
              </p:nvCxnSpPr>
              <p:spPr>
                <a:xfrm>
                  <a:off x="630238" y="6418178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BB8BA736-16F4-8B11-C64C-E5F58E4B259A}"/>
                    </a:ext>
                  </a:extLst>
                </p:cNvPr>
                <p:cNvCxnSpPr/>
                <p:nvPr/>
              </p:nvCxnSpPr>
              <p:spPr>
                <a:xfrm>
                  <a:off x="635318" y="5441179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FCD27E50-3332-4287-D38D-9D5EF8F7EF2D}"/>
                    </a:ext>
                  </a:extLst>
                </p:cNvPr>
                <p:cNvCxnSpPr/>
                <p:nvPr/>
              </p:nvCxnSpPr>
              <p:spPr>
                <a:xfrm>
                  <a:off x="681038" y="1148105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B60F4978-E63C-92D5-7C0D-F2D16D9EF195}"/>
                    </a:ext>
                  </a:extLst>
                </p:cNvPr>
                <p:cNvCxnSpPr/>
                <p:nvPr/>
              </p:nvCxnSpPr>
              <p:spPr>
                <a:xfrm>
                  <a:off x="691514" y="2125105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8A553F8E-6D5E-F95F-D1DF-7878D3BB8D71}"/>
                    </a:ext>
                  </a:extLst>
                </p:cNvPr>
                <p:cNvCxnSpPr/>
                <p:nvPr/>
              </p:nvCxnSpPr>
              <p:spPr>
                <a:xfrm>
                  <a:off x="681038" y="3999493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3F4A53E5-5996-CE9B-A28F-952C5E648244}"/>
                    </a:ext>
                  </a:extLst>
                </p:cNvPr>
                <p:cNvCxnSpPr/>
                <p:nvPr/>
              </p:nvCxnSpPr>
              <p:spPr>
                <a:xfrm>
                  <a:off x="688658" y="3049030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10CA0825-7065-6FE6-2E84-7DC3A54310F0}"/>
                    </a:ext>
                  </a:extLst>
                </p:cNvPr>
                <p:cNvCxnSpPr/>
                <p:nvPr/>
              </p:nvCxnSpPr>
              <p:spPr>
                <a:xfrm>
                  <a:off x="681038" y="4961186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17630F79-47AF-D1E7-EF2C-8DD5A3771C30}"/>
                    </a:ext>
                  </a:extLst>
                </p:cNvPr>
                <p:cNvCxnSpPr/>
                <p:nvPr/>
              </p:nvCxnSpPr>
              <p:spPr>
                <a:xfrm>
                  <a:off x="681038" y="5938185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6F9CB80C-E59D-E546-3D9A-DA609EE42318}"/>
                    </a:ext>
                  </a:extLst>
                </p:cNvPr>
                <p:cNvCxnSpPr/>
                <p:nvPr/>
              </p:nvCxnSpPr>
              <p:spPr>
                <a:xfrm>
                  <a:off x="696278" y="6754195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79FDF7A-2F11-ACC1-5F8E-67A0C04D7C23}"/>
                  </a:ext>
                </a:extLst>
              </p:cNvPr>
              <p:cNvSpPr txBox="1"/>
              <p:nvPr/>
            </p:nvSpPr>
            <p:spPr>
              <a:xfrm>
                <a:off x="385568" y="6015257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139F553-225E-8A7A-50C1-3DF1CC543619}"/>
                  </a:ext>
                </a:extLst>
              </p:cNvPr>
              <p:cNvSpPr txBox="1"/>
              <p:nvPr/>
            </p:nvSpPr>
            <p:spPr>
              <a:xfrm>
                <a:off x="287930" y="2368252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E83F07D-970C-CFB6-8717-6B89695A8E8A}"/>
                  </a:ext>
                </a:extLst>
              </p:cNvPr>
              <p:cNvSpPr txBox="1"/>
              <p:nvPr/>
            </p:nvSpPr>
            <p:spPr>
              <a:xfrm>
                <a:off x="338324" y="5109192"/>
                <a:ext cx="2744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65A3540-A1FE-86FC-33AB-6C12968AE378}"/>
                  </a:ext>
                </a:extLst>
              </p:cNvPr>
              <p:cNvSpPr txBox="1"/>
              <p:nvPr/>
            </p:nvSpPr>
            <p:spPr>
              <a:xfrm>
                <a:off x="304893" y="4182325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F61D1CF-2594-85C6-96A6-D108F6D180F0}"/>
                  </a:ext>
                </a:extLst>
              </p:cNvPr>
              <p:cNvSpPr txBox="1"/>
              <p:nvPr/>
            </p:nvSpPr>
            <p:spPr>
              <a:xfrm>
                <a:off x="304893" y="1453555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6C4AEBD-00FF-12DD-60DE-F3775D0E8548}"/>
                  </a:ext>
                </a:extLst>
              </p:cNvPr>
              <p:cNvSpPr txBox="1"/>
              <p:nvPr/>
            </p:nvSpPr>
            <p:spPr>
              <a:xfrm>
                <a:off x="292137" y="3255458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DD58272-569B-6416-5435-90051EC70BE8}"/>
                  </a:ext>
                </a:extLst>
              </p:cNvPr>
              <p:cNvSpPr txBox="1"/>
              <p:nvPr/>
            </p:nvSpPr>
            <p:spPr>
              <a:xfrm>
                <a:off x="288061" y="524416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ADB63B0-C841-7C50-1BF0-30AC791EEADA}"/>
                </a:ext>
              </a:extLst>
            </p:cNvPr>
            <p:cNvGrpSpPr/>
            <p:nvPr/>
          </p:nvGrpSpPr>
          <p:grpSpPr>
            <a:xfrm>
              <a:off x="3702090" y="4181704"/>
              <a:ext cx="1828800" cy="1943278"/>
              <a:chOff x="1524000" y="4231310"/>
              <a:chExt cx="1828800" cy="1943278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27C40D92-E2E9-4398-46CC-D54C0E25AE08}"/>
                  </a:ext>
                </a:extLst>
              </p:cNvPr>
              <p:cNvCxnSpPr/>
              <p:nvPr/>
            </p:nvCxnSpPr>
            <p:spPr>
              <a:xfrm>
                <a:off x="1524000" y="6174588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2993518-6FC9-EAA8-F91F-4191A87E007A}"/>
                  </a:ext>
                </a:extLst>
              </p:cNvPr>
              <p:cNvCxnSpPr/>
              <p:nvPr/>
            </p:nvCxnSpPr>
            <p:spPr>
              <a:xfrm>
                <a:off x="1524000" y="4231310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996B9BB-FA60-3BAE-F092-7D0FCD8C4522}"/>
                </a:ext>
              </a:extLst>
            </p:cNvPr>
            <p:cNvGrpSpPr/>
            <p:nvPr/>
          </p:nvGrpSpPr>
          <p:grpSpPr>
            <a:xfrm>
              <a:off x="6012778" y="951856"/>
              <a:ext cx="2266982" cy="5184911"/>
              <a:chOff x="4753429" y="996030"/>
              <a:chExt cx="1828800" cy="5184911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16974D5-0797-537C-7BF9-868B1A93DCCD}"/>
                  </a:ext>
                </a:extLst>
              </p:cNvPr>
              <p:cNvCxnSpPr/>
              <p:nvPr/>
            </p:nvCxnSpPr>
            <p:spPr>
              <a:xfrm>
                <a:off x="4753429" y="6180941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D5F8F0D4-FA2D-AEFF-59DD-F8E9A4F9E293}"/>
                  </a:ext>
                </a:extLst>
              </p:cNvPr>
              <p:cNvCxnSpPr/>
              <p:nvPr/>
            </p:nvCxnSpPr>
            <p:spPr>
              <a:xfrm>
                <a:off x="4753429" y="4258528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58611FB0-FF59-75D3-C71B-77ADF93407B9}"/>
                  </a:ext>
                </a:extLst>
              </p:cNvPr>
              <p:cNvCxnSpPr/>
              <p:nvPr/>
            </p:nvCxnSpPr>
            <p:spPr>
              <a:xfrm>
                <a:off x="4753429" y="4850601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A4B074F-B6D1-2E1C-585E-695E0FAA0561}"/>
                  </a:ext>
                </a:extLst>
              </p:cNvPr>
              <p:cNvCxnSpPr/>
              <p:nvPr/>
            </p:nvCxnSpPr>
            <p:spPr>
              <a:xfrm>
                <a:off x="4753429" y="2694805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7AB5051-DABB-AA9B-9353-F429154260CE}"/>
                  </a:ext>
                </a:extLst>
              </p:cNvPr>
              <p:cNvCxnSpPr/>
              <p:nvPr/>
            </p:nvCxnSpPr>
            <p:spPr>
              <a:xfrm>
                <a:off x="4753429" y="3475787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D0F85EC-6E7C-3F15-E90A-F1F6D2512381}"/>
                  </a:ext>
                </a:extLst>
              </p:cNvPr>
              <p:cNvCxnSpPr/>
              <p:nvPr/>
            </p:nvCxnSpPr>
            <p:spPr>
              <a:xfrm>
                <a:off x="4753429" y="3968417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198D59D-4C5E-E887-8029-48B2FE43DB05}"/>
                  </a:ext>
                </a:extLst>
              </p:cNvPr>
              <p:cNvCxnSpPr/>
              <p:nvPr/>
            </p:nvCxnSpPr>
            <p:spPr>
              <a:xfrm>
                <a:off x="4753429" y="1656428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DC2475EE-5E4C-A350-8178-4BDE56AD1E6D}"/>
                  </a:ext>
                </a:extLst>
              </p:cNvPr>
              <p:cNvCxnSpPr/>
              <p:nvPr/>
            </p:nvCxnSpPr>
            <p:spPr>
              <a:xfrm>
                <a:off x="4753429" y="2884668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25D23BA2-BDF0-60EA-B256-005663995C73}"/>
                  </a:ext>
                </a:extLst>
              </p:cNvPr>
              <p:cNvCxnSpPr/>
              <p:nvPr/>
            </p:nvCxnSpPr>
            <p:spPr>
              <a:xfrm>
                <a:off x="4753429" y="1926429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4F90E78-C0C9-F5D3-A34B-8FED71E621E7}"/>
                  </a:ext>
                </a:extLst>
              </p:cNvPr>
              <p:cNvCxnSpPr/>
              <p:nvPr/>
            </p:nvCxnSpPr>
            <p:spPr>
              <a:xfrm>
                <a:off x="4753429" y="2436615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307E7D8-DDF3-D222-90C1-6C206463A5F3}"/>
                  </a:ext>
                </a:extLst>
              </p:cNvPr>
              <p:cNvCxnSpPr/>
              <p:nvPr/>
            </p:nvCxnSpPr>
            <p:spPr>
              <a:xfrm>
                <a:off x="4753429" y="996030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1EA0F2-E40D-D0AB-F241-4499A9154424}"/>
                </a:ext>
              </a:extLst>
            </p:cNvPr>
            <p:cNvSpPr txBox="1"/>
            <p:nvPr/>
          </p:nvSpPr>
          <p:spPr>
            <a:xfrm rot="16200000">
              <a:off x="1356121" y="3103368"/>
              <a:ext cx="27061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Energy (x 10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cm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587C1C-B615-E4A8-32CB-5B7153C9C547}"/>
                </a:ext>
              </a:extLst>
            </p:cNvPr>
            <p:cNvSpPr txBox="1"/>
            <p:nvPr/>
          </p:nvSpPr>
          <p:spPr>
            <a:xfrm>
              <a:off x="8309880" y="5877756"/>
              <a:ext cx="6719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15/2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E4A84A-ABF2-4900-FB5C-003A2424291B}"/>
                </a:ext>
              </a:extLst>
            </p:cNvPr>
            <p:cNvSpPr txBox="1"/>
            <p:nvPr/>
          </p:nvSpPr>
          <p:spPr>
            <a:xfrm>
              <a:off x="8301894" y="4174185"/>
              <a:ext cx="662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11/2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7BDB8F6-EC81-E4BE-04BC-63288773ADB5}"/>
                </a:ext>
              </a:extLst>
            </p:cNvPr>
            <p:cNvSpPr txBox="1"/>
            <p:nvPr/>
          </p:nvSpPr>
          <p:spPr>
            <a:xfrm>
              <a:off x="8270933" y="4670366"/>
              <a:ext cx="6719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13/2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210F8E-F437-C836-00F5-A1F6969C7E82}"/>
                </a:ext>
              </a:extLst>
            </p:cNvPr>
            <p:cNvSpPr txBox="1"/>
            <p:nvPr/>
          </p:nvSpPr>
          <p:spPr>
            <a:xfrm>
              <a:off x="8162548" y="659813"/>
              <a:ext cx="7619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11/2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C82106-70FC-FD4D-B2F0-9F20E4FDA644}"/>
                </a:ext>
              </a:extLst>
            </p:cNvPr>
            <p:cNvSpPr txBox="1"/>
            <p:nvPr/>
          </p:nvSpPr>
          <p:spPr>
            <a:xfrm>
              <a:off x="8256512" y="266272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3/2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4C03F12-389F-9123-8C93-C0DF4F1E75D3}"/>
                </a:ext>
              </a:extLst>
            </p:cNvPr>
            <p:cNvSpPr txBox="1"/>
            <p:nvPr/>
          </p:nvSpPr>
          <p:spPr>
            <a:xfrm>
              <a:off x="8122185" y="3082603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9/2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E3786C-D374-A4E3-1FB6-2EC7F338B474}"/>
                </a:ext>
              </a:extLst>
            </p:cNvPr>
            <p:cNvSpPr txBox="1"/>
            <p:nvPr/>
          </p:nvSpPr>
          <p:spPr>
            <a:xfrm>
              <a:off x="4193121" y="6293048"/>
              <a:ext cx="974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Yb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3+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42DFC90-004F-328B-0C88-3289BD15B880}"/>
                </a:ext>
              </a:extLst>
            </p:cNvPr>
            <p:cNvSpPr txBox="1"/>
            <p:nvPr/>
          </p:nvSpPr>
          <p:spPr>
            <a:xfrm>
              <a:off x="7068557" y="6309648"/>
              <a:ext cx="974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Er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3+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A87EEB5-3E24-5686-B446-14139C855CAC}"/>
                </a:ext>
              </a:extLst>
            </p:cNvPr>
            <p:cNvSpPr txBox="1"/>
            <p:nvPr/>
          </p:nvSpPr>
          <p:spPr>
            <a:xfrm>
              <a:off x="8313411" y="3678004"/>
              <a:ext cx="587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9/2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300F2A2-A6E8-C897-E8D0-5931F677A1E7}"/>
                </a:ext>
              </a:extLst>
            </p:cNvPr>
            <p:cNvSpPr txBox="1"/>
            <p:nvPr/>
          </p:nvSpPr>
          <p:spPr>
            <a:xfrm>
              <a:off x="8150288" y="2062897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7/2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DAB42CC-DD7A-1A0F-0621-40C005070B7F}"/>
                </a:ext>
              </a:extLst>
            </p:cNvPr>
            <p:cNvSpPr txBox="1"/>
            <p:nvPr/>
          </p:nvSpPr>
          <p:spPr>
            <a:xfrm>
              <a:off x="8262183" y="2367460"/>
              <a:ext cx="7619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11/2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99ADEF9-6FF2-0731-633D-DE7B7D56207F}"/>
                </a:ext>
              </a:extLst>
            </p:cNvPr>
            <p:cNvSpPr txBox="1"/>
            <p:nvPr/>
          </p:nvSpPr>
          <p:spPr>
            <a:xfrm>
              <a:off x="8249299" y="1580996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3/2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82D2104-9D84-6B54-EDE1-01C8D009F35E}"/>
                </a:ext>
              </a:extLst>
            </p:cNvPr>
            <p:cNvSpPr txBox="1"/>
            <p:nvPr/>
          </p:nvSpPr>
          <p:spPr>
            <a:xfrm>
              <a:off x="8190949" y="1288809"/>
              <a:ext cx="6864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9/2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79083CA-1830-AB08-EC4B-E0A773786F57}"/>
                </a:ext>
              </a:extLst>
            </p:cNvPr>
            <p:cNvSpPr txBox="1"/>
            <p:nvPr/>
          </p:nvSpPr>
          <p:spPr>
            <a:xfrm>
              <a:off x="5359409" y="5827962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7/2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660BFA8-9A2B-12FF-BED2-9FDAC58658B6}"/>
                </a:ext>
              </a:extLst>
            </p:cNvPr>
            <p:cNvSpPr txBox="1"/>
            <p:nvPr/>
          </p:nvSpPr>
          <p:spPr>
            <a:xfrm>
              <a:off x="5309297" y="4149398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5/2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D92E7A6-E744-41D8-4CD2-D1FF0112636A}"/>
                </a:ext>
              </a:extLst>
            </p:cNvPr>
            <p:cNvCxnSpPr/>
            <p:nvPr/>
          </p:nvCxnSpPr>
          <p:spPr>
            <a:xfrm flipV="1">
              <a:off x="4494457" y="4190761"/>
              <a:ext cx="0" cy="194327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534D870-477D-0ABA-0876-ECD89332C0DF}"/>
                </a:ext>
              </a:extLst>
            </p:cNvPr>
            <p:cNvCxnSpPr/>
            <p:nvPr/>
          </p:nvCxnSpPr>
          <p:spPr>
            <a:xfrm>
              <a:off x="4853521" y="4193488"/>
              <a:ext cx="0" cy="1943278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F813884-27E2-A81D-8D5E-F178A2317AB6}"/>
                </a:ext>
              </a:extLst>
            </p:cNvPr>
            <p:cNvGrpSpPr/>
            <p:nvPr/>
          </p:nvGrpSpPr>
          <p:grpSpPr>
            <a:xfrm>
              <a:off x="5296081" y="2121201"/>
              <a:ext cx="1129304" cy="2072287"/>
              <a:chOff x="4946791" y="2092294"/>
              <a:chExt cx="1506558" cy="2139015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71E96876-65CA-ACAA-CE4C-50A0505DC8B4}"/>
                  </a:ext>
                </a:extLst>
              </p:cNvPr>
              <p:cNvCxnSpPr/>
              <p:nvPr/>
            </p:nvCxnSpPr>
            <p:spPr>
              <a:xfrm flipV="1">
                <a:off x="4946791" y="2349611"/>
                <a:ext cx="28529" cy="1881698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Arc 56">
                <a:extLst>
                  <a:ext uri="{FF2B5EF4-FFF2-40B4-BE49-F238E27FC236}">
                    <a16:creationId xmlns:a16="http://schemas.microsoft.com/office/drawing/2014/main" id="{708A6CD7-6A8B-317F-DF30-05DBC2C37719}"/>
                  </a:ext>
                </a:extLst>
              </p:cNvPr>
              <p:cNvSpPr/>
              <p:nvPr/>
            </p:nvSpPr>
            <p:spPr>
              <a:xfrm rot="16200000">
                <a:off x="5445010" y="1620970"/>
                <a:ext cx="537015" cy="1479663"/>
              </a:xfrm>
              <a:prstGeom prst="arc">
                <a:avLst>
                  <a:gd name="adj1" fmla="val 16116946"/>
                  <a:gd name="adj2" fmla="val 5316624"/>
                </a:avLst>
              </a:prstGeom>
              <a:ln w="25400">
                <a:solidFill>
                  <a:schemeClr val="tx1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95288E4-8134-50F7-57E1-05B94CE75D41}"/>
                </a:ext>
              </a:extLst>
            </p:cNvPr>
            <p:cNvGrpSpPr/>
            <p:nvPr/>
          </p:nvGrpSpPr>
          <p:grpSpPr>
            <a:xfrm>
              <a:off x="5069018" y="438998"/>
              <a:ext cx="1334181" cy="3754490"/>
              <a:chOff x="4946791" y="2092294"/>
              <a:chExt cx="1506558" cy="2139015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1ED90E-BE55-4D1B-C87C-EABDC1189887}"/>
                  </a:ext>
                </a:extLst>
              </p:cNvPr>
              <p:cNvCxnSpPr/>
              <p:nvPr/>
            </p:nvCxnSpPr>
            <p:spPr>
              <a:xfrm flipV="1">
                <a:off x="4946791" y="2349611"/>
                <a:ext cx="28529" cy="1881698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Arc 54">
                <a:extLst>
                  <a:ext uri="{FF2B5EF4-FFF2-40B4-BE49-F238E27FC236}">
                    <a16:creationId xmlns:a16="http://schemas.microsoft.com/office/drawing/2014/main" id="{D929C4AF-B9DF-D656-CF59-DBB46A5A1320}"/>
                  </a:ext>
                </a:extLst>
              </p:cNvPr>
              <p:cNvSpPr/>
              <p:nvPr/>
            </p:nvSpPr>
            <p:spPr>
              <a:xfrm rot="16200000">
                <a:off x="5445010" y="1620970"/>
                <a:ext cx="537015" cy="1479663"/>
              </a:xfrm>
              <a:prstGeom prst="arc">
                <a:avLst>
                  <a:gd name="adj1" fmla="val 16116946"/>
                  <a:gd name="adj2" fmla="val 5316624"/>
                </a:avLst>
              </a:prstGeom>
              <a:ln w="25400">
                <a:solidFill>
                  <a:schemeClr val="tx1"/>
                </a:solidFill>
                <a:prstDash val="dash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A9589FAC-8F4F-BF32-C399-D2B5B5FD1A37}"/>
                </a:ext>
              </a:extLst>
            </p:cNvPr>
            <p:cNvSpPr/>
            <p:nvPr/>
          </p:nvSpPr>
          <p:spPr>
            <a:xfrm rot="16200000">
              <a:off x="5503162" y="3818219"/>
              <a:ext cx="496214" cy="786582"/>
            </a:xfrm>
            <a:prstGeom prst="arc">
              <a:avLst>
                <a:gd name="adj1" fmla="val 16486163"/>
                <a:gd name="adj2" fmla="val 5724375"/>
              </a:avLst>
            </a:prstGeom>
            <a:ln w="25400">
              <a:solidFill>
                <a:schemeClr val="tx1"/>
              </a:solidFill>
              <a:prstDash val="dash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3782CCC-A361-D65F-B110-6685E1D198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8890" y="2381331"/>
              <a:ext cx="0" cy="185874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C22006A-E2D1-038C-B1FF-A5F74FB792F7}"/>
                </a:ext>
              </a:extLst>
            </p:cNvPr>
            <p:cNvCxnSpPr/>
            <p:nvPr/>
          </p:nvCxnSpPr>
          <p:spPr>
            <a:xfrm flipV="1">
              <a:off x="6183276" y="4262730"/>
              <a:ext cx="0" cy="1839285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29A553C-9D74-0DB6-6CA9-9B859750B5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0371" y="947925"/>
              <a:ext cx="4772" cy="186933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6E4EB3B-ADCD-F563-B976-F552CCD729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5343" y="1612254"/>
              <a:ext cx="1353" cy="4563232"/>
            </a:xfrm>
            <a:prstGeom prst="straightConnector1">
              <a:avLst/>
            </a:prstGeom>
            <a:ln w="19050">
              <a:solidFill>
                <a:srgbClr val="0070C0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F27A8B0-DBDF-6704-D800-407F79A6E0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94131" y="2833279"/>
              <a:ext cx="35283" cy="3339808"/>
            </a:xfrm>
            <a:prstGeom prst="straightConnector1">
              <a:avLst/>
            </a:prstGeom>
            <a:ln w="19050">
              <a:solidFill>
                <a:srgbClr val="00B050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98A7BC5-D8C2-F6E7-66C3-FDACA8096A89}"/>
                </a:ext>
              </a:extLst>
            </p:cNvPr>
            <p:cNvSpPr txBox="1"/>
            <p:nvPr/>
          </p:nvSpPr>
          <p:spPr>
            <a:xfrm rot="16200000">
              <a:off x="6823324" y="5134077"/>
              <a:ext cx="10595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560 nm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BAA7D06-A4BE-B26B-5836-F16E735A3966}"/>
                </a:ext>
              </a:extLst>
            </p:cNvPr>
            <p:cNvSpPr txBox="1"/>
            <p:nvPr/>
          </p:nvSpPr>
          <p:spPr>
            <a:xfrm rot="16200000">
              <a:off x="6369325" y="5344638"/>
              <a:ext cx="10462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412 nm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8CD7D7-0CE4-3864-7368-88794AC4696D}"/>
                </a:ext>
              </a:extLst>
            </p:cNvPr>
            <p:cNvSpPr txBox="1"/>
            <p:nvPr/>
          </p:nvSpPr>
          <p:spPr>
            <a:xfrm rot="16200000">
              <a:off x="4331542" y="5057171"/>
              <a:ext cx="6062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GSA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C14D88D-ECF7-4AF0-50D3-8A0650220C7B}"/>
                </a:ext>
              </a:extLst>
            </p:cNvPr>
            <p:cNvSpPr txBox="1"/>
            <p:nvPr/>
          </p:nvSpPr>
          <p:spPr>
            <a:xfrm rot="16200000">
              <a:off x="5963799" y="2946717"/>
              <a:ext cx="615670" cy="3375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86FFCE6-817E-B94A-84F9-020F40001197}"/>
                </a:ext>
              </a:extLst>
            </p:cNvPr>
            <p:cNvSpPr txBox="1"/>
            <p:nvPr/>
          </p:nvSpPr>
          <p:spPr>
            <a:xfrm>
              <a:off x="5434559" y="2383348"/>
              <a:ext cx="4571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</a:t>
              </a:r>
            </a:p>
          </p:txBody>
        </p:sp>
        <p:sp>
          <p:nvSpPr>
            <p:cNvPr id="41" name="Lightning Bolt 40">
              <a:extLst>
                <a:ext uri="{FF2B5EF4-FFF2-40B4-BE49-F238E27FC236}">
                  <a16:creationId xmlns:a16="http://schemas.microsoft.com/office/drawing/2014/main" id="{83006E99-ACED-7FDB-FB8A-F204A39DA06A}"/>
                </a:ext>
              </a:extLst>
            </p:cNvPr>
            <p:cNvSpPr/>
            <p:nvPr/>
          </p:nvSpPr>
          <p:spPr>
            <a:xfrm rot="20590028">
              <a:off x="3737190" y="5086698"/>
              <a:ext cx="524282" cy="933750"/>
            </a:xfrm>
            <a:prstGeom prst="lightningBol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4BFD405-2114-03F2-6C21-95C17484E28B}"/>
                </a:ext>
              </a:extLst>
            </p:cNvPr>
            <p:cNvSpPr txBox="1"/>
            <p:nvPr/>
          </p:nvSpPr>
          <p:spPr>
            <a:xfrm>
              <a:off x="3474354" y="4630681"/>
              <a:ext cx="9893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980 nm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D4C8A43-72CE-F5E7-5475-0860B2BBA3B7}"/>
                </a:ext>
              </a:extLst>
            </p:cNvPr>
            <p:cNvSpPr/>
            <p:nvPr/>
          </p:nvSpPr>
          <p:spPr>
            <a:xfrm>
              <a:off x="991618" y="156442"/>
              <a:ext cx="10354235" cy="67015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4131FF5-4953-8650-F1E0-F4457BE1B7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10490" y="3431613"/>
              <a:ext cx="22722" cy="2715826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C60E5AB-356F-7E6D-5BA4-1E8E5E4ABFC2}"/>
                </a:ext>
              </a:extLst>
            </p:cNvPr>
            <p:cNvSpPr txBox="1"/>
            <p:nvPr/>
          </p:nvSpPr>
          <p:spPr>
            <a:xfrm rot="16200000">
              <a:off x="7431377" y="5149466"/>
              <a:ext cx="10595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660 nm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D78983F-8CA3-8409-DD85-6A1730906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5374" y="3387834"/>
              <a:ext cx="11129" cy="141722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50ACBA5-EF68-022C-E5E7-3661A0441465}"/>
                </a:ext>
              </a:extLst>
            </p:cNvPr>
            <p:cNvCxnSpPr>
              <a:cxnSpLocks/>
            </p:cNvCxnSpPr>
            <p:nvPr/>
          </p:nvCxnSpPr>
          <p:spPr>
            <a:xfrm>
              <a:off x="6390098" y="4249107"/>
              <a:ext cx="0" cy="535855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1ABE006-B157-E9BD-FF27-FD266B49D9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8075" y="2404560"/>
              <a:ext cx="6679" cy="47886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64B666F-B9CC-33F3-20B6-7E32D5147558}"/>
                </a:ext>
              </a:extLst>
            </p:cNvPr>
            <p:cNvCxnSpPr>
              <a:cxnSpLocks/>
            </p:cNvCxnSpPr>
            <p:nvPr/>
          </p:nvCxnSpPr>
          <p:spPr>
            <a:xfrm>
              <a:off x="6892435" y="2868332"/>
              <a:ext cx="0" cy="581308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7140DDF-44FC-8038-9563-C85CF30DBA85}"/>
                </a:ext>
              </a:extLst>
            </p:cNvPr>
            <p:cNvCxnSpPr>
              <a:cxnSpLocks/>
            </p:cNvCxnSpPr>
            <p:nvPr/>
          </p:nvCxnSpPr>
          <p:spPr>
            <a:xfrm>
              <a:off x="7260346" y="980961"/>
              <a:ext cx="0" cy="600035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5ADBEFC6-F280-E4B3-245B-2287B5FD8F39}"/>
                </a:ext>
              </a:extLst>
            </p:cNvPr>
            <p:cNvCxnSpPr>
              <a:cxnSpLocks/>
            </p:cNvCxnSpPr>
            <p:nvPr/>
          </p:nvCxnSpPr>
          <p:spPr>
            <a:xfrm>
              <a:off x="7380856" y="2463007"/>
              <a:ext cx="561748" cy="927885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ED339EA6-B483-7BCD-11C1-601AF67ED42E}"/>
                </a:ext>
              </a:extLst>
            </p:cNvPr>
            <p:cNvCxnSpPr>
              <a:cxnSpLocks/>
            </p:cNvCxnSpPr>
            <p:nvPr/>
          </p:nvCxnSpPr>
          <p:spPr>
            <a:xfrm>
              <a:off x="7942604" y="3429000"/>
              <a:ext cx="7338" cy="782509"/>
            </a:xfrm>
            <a:prstGeom prst="line">
              <a:avLst/>
            </a:prstGeom>
            <a:ln w="28575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B994C038-CF06-EB8E-DA8F-C419F5C98B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59967" y="3449640"/>
              <a:ext cx="559971" cy="724545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60529D57-F0C6-58B8-67D6-7CB53A096B79}"/>
                </a:ext>
              </a:extLst>
            </p:cNvPr>
            <p:cNvCxnSpPr>
              <a:cxnSpLocks/>
            </p:cNvCxnSpPr>
            <p:nvPr/>
          </p:nvCxnSpPr>
          <p:spPr>
            <a:xfrm>
              <a:off x="7359967" y="2423849"/>
              <a:ext cx="24558" cy="963985"/>
            </a:xfrm>
            <a:prstGeom prst="line">
              <a:avLst/>
            </a:prstGeom>
            <a:ln w="28575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04E20C9-B65F-AF0A-8217-775B737B5FE2}"/>
                </a:ext>
              </a:extLst>
            </p:cNvPr>
            <p:cNvSpPr txBox="1"/>
            <p:nvPr/>
          </p:nvSpPr>
          <p:spPr>
            <a:xfrm>
              <a:off x="7415536" y="3133989"/>
              <a:ext cx="4796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6719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E6C7041-26CE-D618-DFB8-AE4CC0B33E81}"/>
              </a:ext>
            </a:extLst>
          </p:cNvPr>
          <p:cNvGrpSpPr/>
          <p:nvPr/>
        </p:nvGrpSpPr>
        <p:grpSpPr>
          <a:xfrm>
            <a:off x="3273833" y="408592"/>
            <a:ext cx="531221" cy="5969972"/>
            <a:chOff x="287930" y="353062"/>
            <a:chExt cx="531221" cy="5969972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22D9D4FA-62B1-6336-B45E-A7DE832E0BDE}"/>
                </a:ext>
              </a:extLst>
            </p:cNvPr>
            <p:cNvGrpSpPr/>
            <p:nvPr/>
          </p:nvGrpSpPr>
          <p:grpSpPr>
            <a:xfrm flipV="1">
              <a:off x="614363" y="353062"/>
              <a:ext cx="204788" cy="5822436"/>
              <a:chOff x="628650" y="676782"/>
              <a:chExt cx="204788" cy="6083142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E260C3D6-0F06-0C88-8235-69E4BEB9306B}"/>
                  </a:ext>
                </a:extLst>
              </p:cNvPr>
              <p:cNvCxnSpPr/>
              <p:nvPr/>
            </p:nvCxnSpPr>
            <p:spPr>
              <a:xfrm>
                <a:off x="816293" y="676782"/>
                <a:ext cx="12381" cy="608314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21F2EB3F-AB54-7426-B118-4E259AE26175}"/>
                  </a:ext>
                </a:extLst>
              </p:cNvPr>
              <p:cNvCxnSpPr/>
              <p:nvPr/>
            </p:nvCxnSpPr>
            <p:spPr>
              <a:xfrm>
                <a:off x="633413" y="683418"/>
                <a:ext cx="18288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7BD84D66-DF69-8B80-FA0E-0EA8A49D5075}"/>
                  </a:ext>
                </a:extLst>
              </p:cNvPr>
              <p:cNvCxnSpPr/>
              <p:nvPr/>
            </p:nvCxnSpPr>
            <p:spPr>
              <a:xfrm>
                <a:off x="633413" y="1630054"/>
                <a:ext cx="18288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A1CF2CCF-AAB2-7B1C-DC71-097D84FD272F}"/>
                  </a:ext>
                </a:extLst>
              </p:cNvPr>
              <p:cNvCxnSpPr/>
              <p:nvPr/>
            </p:nvCxnSpPr>
            <p:spPr>
              <a:xfrm>
                <a:off x="628650" y="4492159"/>
                <a:ext cx="18288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CBBBE5CA-5AD9-0DD8-0141-5855480BB574}"/>
                  </a:ext>
                </a:extLst>
              </p:cNvPr>
              <p:cNvCxnSpPr/>
              <p:nvPr/>
            </p:nvCxnSpPr>
            <p:spPr>
              <a:xfrm>
                <a:off x="633413" y="2584627"/>
                <a:ext cx="18288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DD4B1B47-4D5F-1BC3-C4C7-2178593DD344}"/>
                  </a:ext>
                </a:extLst>
              </p:cNvPr>
              <p:cNvCxnSpPr/>
              <p:nvPr/>
            </p:nvCxnSpPr>
            <p:spPr>
              <a:xfrm>
                <a:off x="633413" y="3533390"/>
                <a:ext cx="18288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F284FA0A-B58F-E533-5771-52972C1C4813}"/>
                  </a:ext>
                </a:extLst>
              </p:cNvPr>
              <p:cNvCxnSpPr/>
              <p:nvPr/>
            </p:nvCxnSpPr>
            <p:spPr>
              <a:xfrm>
                <a:off x="630238" y="6418178"/>
                <a:ext cx="18288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F88B9D93-84A3-C39E-17B2-7286034E9E02}"/>
                  </a:ext>
                </a:extLst>
              </p:cNvPr>
              <p:cNvCxnSpPr/>
              <p:nvPr/>
            </p:nvCxnSpPr>
            <p:spPr>
              <a:xfrm>
                <a:off x="635318" y="5441179"/>
                <a:ext cx="18288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CBB0FDA1-F6C7-0B5F-EF2E-2EECAEB267D2}"/>
                  </a:ext>
                </a:extLst>
              </p:cNvPr>
              <p:cNvCxnSpPr/>
              <p:nvPr/>
            </p:nvCxnSpPr>
            <p:spPr>
              <a:xfrm>
                <a:off x="681038" y="1148105"/>
                <a:ext cx="13716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76B3F2D9-C678-29C6-A637-9C01BBCFEDBD}"/>
                  </a:ext>
                </a:extLst>
              </p:cNvPr>
              <p:cNvCxnSpPr/>
              <p:nvPr/>
            </p:nvCxnSpPr>
            <p:spPr>
              <a:xfrm>
                <a:off x="691514" y="2125105"/>
                <a:ext cx="13716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E681B2D-DFB3-6823-BF68-457587B1059D}"/>
                  </a:ext>
                </a:extLst>
              </p:cNvPr>
              <p:cNvCxnSpPr/>
              <p:nvPr/>
            </p:nvCxnSpPr>
            <p:spPr>
              <a:xfrm>
                <a:off x="681038" y="3999493"/>
                <a:ext cx="13716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D20F4102-599C-3BA3-D330-A04B28682C7E}"/>
                  </a:ext>
                </a:extLst>
              </p:cNvPr>
              <p:cNvCxnSpPr/>
              <p:nvPr/>
            </p:nvCxnSpPr>
            <p:spPr>
              <a:xfrm>
                <a:off x="688658" y="3049030"/>
                <a:ext cx="13716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6749C5CA-B7B2-786F-D56C-C6217A69EC94}"/>
                  </a:ext>
                </a:extLst>
              </p:cNvPr>
              <p:cNvCxnSpPr/>
              <p:nvPr/>
            </p:nvCxnSpPr>
            <p:spPr>
              <a:xfrm>
                <a:off x="681038" y="4961186"/>
                <a:ext cx="13716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2D7A2BE3-20D6-64F2-ACE8-71B3FE05075B}"/>
                  </a:ext>
                </a:extLst>
              </p:cNvPr>
              <p:cNvCxnSpPr/>
              <p:nvPr/>
            </p:nvCxnSpPr>
            <p:spPr>
              <a:xfrm>
                <a:off x="681038" y="5938185"/>
                <a:ext cx="13716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6DAC3F01-6927-4FAB-B721-00177EF199FB}"/>
                  </a:ext>
                </a:extLst>
              </p:cNvPr>
              <p:cNvCxnSpPr/>
              <p:nvPr/>
            </p:nvCxnSpPr>
            <p:spPr>
              <a:xfrm>
                <a:off x="696278" y="6754195"/>
                <a:ext cx="13716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B89469A-DC41-BB9E-36FF-A3BDCE807B4B}"/>
                </a:ext>
              </a:extLst>
            </p:cNvPr>
            <p:cNvSpPr txBox="1"/>
            <p:nvPr/>
          </p:nvSpPr>
          <p:spPr>
            <a:xfrm>
              <a:off x="385568" y="601525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C1CBAFE-1698-AB6C-5099-2E2E777C9820}"/>
                </a:ext>
              </a:extLst>
            </p:cNvPr>
            <p:cNvSpPr txBox="1"/>
            <p:nvPr/>
          </p:nvSpPr>
          <p:spPr>
            <a:xfrm>
              <a:off x="287930" y="2368252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AAB7CBC-A7F4-EB11-4CCD-55C011464483}"/>
                </a:ext>
              </a:extLst>
            </p:cNvPr>
            <p:cNvSpPr txBox="1"/>
            <p:nvPr/>
          </p:nvSpPr>
          <p:spPr>
            <a:xfrm>
              <a:off x="338324" y="510919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300F719-8EFF-576F-2E63-4F280A7AF6BF}"/>
                </a:ext>
              </a:extLst>
            </p:cNvPr>
            <p:cNvSpPr txBox="1"/>
            <p:nvPr/>
          </p:nvSpPr>
          <p:spPr>
            <a:xfrm>
              <a:off x="304893" y="4182325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38948EC-5285-A168-C2CC-3CF7737B13FA}"/>
                </a:ext>
              </a:extLst>
            </p:cNvPr>
            <p:cNvSpPr txBox="1"/>
            <p:nvPr/>
          </p:nvSpPr>
          <p:spPr>
            <a:xfrm>
              <a:off x="304893" y="1453555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9C3ED0D-13DF-915E-CC3F-C858FDC492B2}"/>
                </a:ext>
              </a:extLst>
            </p:cNvPr>
            <p:cNvSpPr txBox="1"/>
            <p:nvPr/>
          </p:nvSpPr>
          <p:spPr>
            <a:xfrm>
              <a:off x="292137" y="3255458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DECDD7D-CBE0-CED2-E098-681349F6F050}"/>
                </a:ext>
              </a:extLst>
            </p:cNvPr>
            <p:cNvSpPr txBox="1"/>
            <p:nvPr/>
          </p:nvSpPr>
          <p:spPr>
            <a:xfrm>
              <a:off x="288061" y="524416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BF7E29-8111-3413-36B0-FFC589082537}"/>
              </a:ext>
            </a:extLst>
          </p:cNvPr>
          <p:cNvGrpSpPr/>
          <p:nvPr/>
        </p:nvGrpSpPr>
        <p:grpSpPr>
          <a:xfrm>
            <a:off x="3961862" y="4254441"/>
            <a:ext cx="1828800" cy="1943278"/>
            <a:chOff x="1524000" y="4231310"/>
            <a:chExt cx="1828800" cy="1943278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7099CFD-2334-214F-1A8F-4262517E3E97}"/>
                </a:ext>
              </a:extLst>
            </p:cNvPr>
            <p:cNvCxnSpPr/>
            <p:nvPr/>
          </p:nvCxnSpPr>
          <p:spPr>
            <a:xfrm>
              <a:off x="1524000" y="6174588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210387A-E51A-E229-CB77-F0F8B2F0CB08}"/>
                </a:ext>
              </a:extLst>
            </p:cNvPr>
            <p:cNvCxnSpPr/>
            <p:nvPr/>
          </p:nvCxnSpPr>
          <p:spPr>
            <a:xfrm>
              <a:off x="1524000" y="4231310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E65930D-8200-B12C-94EE-374AD3268A8F}"/>
              </a:ext>
            </a:extLst>
          </p:cNvPr>
          <p:cNvGrpSpPr/>
          <p:nvPr/>
        </p:nvGrpSpPr>
        <p:grpSpPr>
          <a:xfrm>
            <a:off x="6272550" y="1024593"/>
            <a:ext cx="2266982" cy="5184911"/>
            <a:chOff x="4753429" y="996030"/>
            <a:chExt cx="1828800" cy="5184911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10471CB-A5DD-B18E-3DEE-AFBDDF597471}"/>
                </a:ext>
              </a:extLst>
            </p:cNvPr>
            <p:cNvCxnSpPr/>
            <p:nvPr/>
          </p:nvCxnSpPr>
          <p:spPr>
            <a:xfrm>
              <a:off x="4753429" y="6180941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ABB9FE8-79DD-911E-C39B-4AADA8631C5D}"/>
                </a:ext>
              </a:extLst>
            </p:cNvPr>
            <p:cNvCxnSpPr/>
            <p:nvPr/>
          </p:nvCxnSpPr>
          <p:spPr>
            <a:xfrm>
              <a:off x="4753429" y="4258528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2C35814-4945-29EB-00B0-9D0405426408}"/>
                </a:ext>
              </a:extLst>
            </p:cNvPr>
            <p:cNvCxnSpPr/>
            <p:nvPr/>
          </p:nvCxnSpPr>
          <p:spPr>
            <a:xfrm>
              <a:off x="4753429" y="4850601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FF5B75E-1D72-BF4C-74F3-C31FD8BFD46E}"/>
                </a:ext>
              </a:extLst>
            </p:cNvPr>
            <p:cNvCxnSpPr/>
            <p:nvPr/>
          </p:nvCxnSpPr>
          <p:spPr>
            <a:xfrm>
              <a:off x="4753429" y="2694805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A203B54-CB5D-F5DE-E087-AB5E5154527A}"/>
                </a:ext>
              </a:extLst>
            </p:cNvPr>
            <p:cNvCxnSpPr/>
            <p:nvPr/>
          </p:nvCxnSpPr>
          <p:spPr>
            <a:xfrm>
              <a:off x="4753429" y="3475787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562A0C3-0023-8778-82A0-8E982B1B7CE8}"/>
                </a:ext>
              </a:extLst>
            </p:cNvPr>
            <p:cNvCxnSpPr/>
            <p:nvPr/>
          </p:nvCxnSpPr>
          <p:spPr>
            <a:xfrm>
              <a:off x="4753429" y="3968417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8577E53-FEE1-A259-F05D-A8E5EC2B2E7E}"/>
                </a:ext>
              </a:extLst>
            </p:cNvPr>
            <p:cNvCxnSpPr/>
            <p:nvPr/>
          </p:nvCxnSpPr>
          <p:spPr>
            <a:xfrm>
              <a:off x="4753429" y="1656428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4055E0F-001C-A152-941B-F2C6862725A8}"/>
                </a:ext>
              </a:extLst>
            </p:cNvPr>
            <p:cNvCxnSpPr/>
            <p:nvPr/>
          </p:nvCxnSpPr>
          <p:spPr>
            <a:xfrm>
              <a:off x="4753429" y="2884668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3D43300-D544-EA23-885E-BC836B4DFBA5}"/>
                </a:ext>
              </a:extLst>
            </p:cNvPr>
            <p:cNvCxnSpPr/>
            <p:nvPr/>
          </p:nvCxnSpPr>
          <p:spPr>
            <a:xfrm>
              <a:off x="4753429" y="1926429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5CFD796-105E-24EB-64A3-EACF24DF6602}"/>
                </a:ext>
              </a:extLst>
            </p:cNvPr>
            <p:cNvCxnSpPr/>
            <p:nvPr/>
          </p:nvCxnSpPr>
          <p:spPr>
            <a:xfrm>
              <a:off x="4753429" y="2436615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D8AA499-5875-4C6F-44EE-F139C5E1FF47}"/>
                </a:ext>
              </a:extLst>
            </p:cNvPr>
            <p:cNvCxnSpPr/>
            <p:nvPr/>
          </p:nvCxnSpPr>
          <p:spPr>
            <a:xfrm>
              <a:off x="4753429" y="996030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052A176-E93B-8424-B81F-BA2D8FC5A732}"/>
              </a:ext>
            </a:extLst>
          </p:cNvPr>
          <p:cNvSpPr txBox="1"/>
          <p:nvPr/>
        </p:nvSpPr>
        <p:spPr>
          <a:xfrm rot="16200000">
            <a:off x="1615893" y="3176105"/>
            <a:ext cx="2706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(x 10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cm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D3CCB9-91CC-72FE-23F7-5B777E582649}"/>
              </a:ext>
            </a:extLst>
          </p:cNvPr>
          <p:cNvSpPr txBox="1"/>
          <p:nvPr/>
        </p:nvSpPr>
        <p:spPr>
          <a:xfrm>
            <a:off x="8569652" y="5950493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15/2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518DBA-84AE-8AC2-2830-7B2379E60EF2}"/>
              </a:ext>
            </a:extLst>
          </p:cNvPr>
          <p:cNvSpPr txBox="1"/>
          <p:nvPr/>
        </p:nvSpPr>
        <p:spPr>
          <a:xfrm>
            <a:off x="8561666" y="4246922"/>
            <a:ext cx="662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11/2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FFE971-938B-A242-6D2B-0DA911EC01A3}"/>
              </a:ext>
            </a:extLst>
          </p:cNvPr>
          <p:cNvSpPr txBox="1"/>
          <p:nvPr/>
        </p:nvSpPr>
        <p:spPr>
          <a:xfrm>
            <a:off x="8530705" y="4743103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13/2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A9167-F6C3-86E6-6709-88EC48004650}"/>
              </a:ext>
            </a:extLst>
          </p:cNvPr>
          <p:cNvSpPr txBox="1"/>
          <p:nvPr/>
        </p:nvSpPr>
        <p:spPr>
          <a:xfrm>
            <a:off x="8422320" y="732550"/>
            <a:ext cx="761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11/2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FED877-485E-C258-B2CA-279AB44A3925}"/>
              </a:ext>
            </a:extLst>
          </p:cNvPr>
          <p:cNvSpPr txBox="1"/>
          <p:nvPr/>
        </p:nvSpPr>
        <p:spPr>
          <a:xfrm>
            <a:off x="8516284" y="2735459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CFBE72-EB0F-4A9C-081B-091FFC1F23BB}"/>
              </a:ext>
            </a:extLst>
          </p:cNvPr>
          <p:cNvSpPr txBox="1"/>
          <p:nvPr/>
        </p:nvSpPr>
        <p:spPr>
          <a:xfrm>
            <a:off x="8381957" y="3155340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7CE0AA-BC06-60A5-2691-B703E212D4B0}"/>
              </a:ext>
            </a:extLst>
          </p:cNvPr>
          <p:cNvSpPr txBox="1"/>
          <p:nvPr/>
        </p:nvSpPr>
        <p:spPr>
          <a:xfrm>
            <a:off x="4452893" y="6365785"/>
            <a:ext cx="974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508D46-9CC6-9EE0-5BD3-23D34934A0D3}"/>
              </a:ext>
            </a:extLst>
          </p:cNvPr>
          <p:cNvSpPr txBox="1"/>
          <p:nvPr/>
        </p:nvSpPr>
        <p:spPr>
          <a:xfrm>
            <a:off x="7328329" y="6382385"/>
            <a:ext cx="974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DA99C-822F-E2D0-5CFF-D5133E08E567}"/>
              </a:ext>
            </a:extLst>
          </p:cNvPr>
          <p:cNvSpPr txBox="1"/>
          <p:nvPr/>
        </p:nvSpPr>
        <p:spPr>
          <a:xfrm>
            <a:off x="8573183" y="3750741"/>
            <a:ext cx="5870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6F3393-A101-1716-6F9E-961D7FAA1387}"/>
              </a:ext>
            </a:extLst>
          </p:cNvPr>
          <p:cNvSpPr txBox="1"/>
          <p:nvPr/>
        </p:nvSpPr>
        <p:spPr>
          <a:xfrm>
            <a:off x="8410060" y="2135634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0FAC13-7F64-3BF2-A16A-09EADCCA2E2A}"/>
              </a:ext>
            </a:extLst>
          </p:cNvPr>
          <p:cNvSpPr txBox="1"/>
          <p:nvPr/>
        </p:nvSpPr>
        <p:spPr>
          <a:xfrm>
            <a:off x="8521955" y="2440197"/>
            <a:ext cx="761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11/2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728C71-679C-8EF5-7FF3-1D090A6CBB46}"/>
              </a:ext>
            </a:extLst>
          </p:cNvPr>
          <p:cNvSpPr txBox="1"/>
          <p:nvPr/>
        </p:nvSpPr>
        <p:spPr>
          <a:xfrm>
            <a:off x="8509071" y="1653733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C4CA8F-1FB3-F314-83A0-6EE125CB8F97}"/>
              </a:ext>
            </a:extLst>
          </p:cNvPr>
          <p:cNvSpPr txBox="1"/>
          <p:nvPr/>
        </p:nvSpPr>
        <p:spPr>
          <a:xfrm>
            <a:off x="8450721" y="1361546"/>
            <a:ext cx="68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46D945-2C1C-42F8-7C1C-94445C91B0F5}"/>
              </a:ext>
            </a:extLst>
          </p:cNvPr>
          <p:cNvSpPr txBox="1"/>
          <p:nvPr/>
        </p:nvSpPr>
        <p:spPr>
          <a:xfrm>
            <a:off x="5619181" y="5900699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969F16-6A4B-5F8B-F746-C99C15A7B250}"/>
              </a:ext>
            </a:extLst>
          </p:cNvPr>
          <p:cNvSpPr txBox="1"/>
          <p:nvPr/>
        </p:nvSpPr>
        <p:spPr>
          <a:xfrm>
            <a:off x="5569069" y="4222135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B34EB6-CA0E-5CD8-BE23-DD0BC5727D36}"/>
              </a:ext>
            </a:extLst>
          </p:cNvPr>
          <p:cNvCxnSpPr/>
          <p:nvPr/>
        </p:nvCxnSpPr>
        <p:spPr>
          <a:xfrm flipV="1">
            <a:off x="4754229" y="4263498"/>
            <a:ext cx="0" cy="1943278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B6E9197-9DDB-599B-8AC4-71B9CC0418EE}"/>
              </a:ext>
            </a:extLst>
          </p:cNvPr>
          <p:cNvCxnSpPr/>
          <p:nvPr/>
        </p:nvCxnSpPr>
        <p:spPr>
          <a:xfrm>
            <a:off x="5113293" y="4266225"/>
            <a:ext cx="0" cy="1943278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Arc 60">
            <a:extLst>
              <a:ext uri="{FF2B5EF4-FFF2-40B4-BE49-F238E27FC236}">
                <a16:creationId xmlns:a16="http://schemas.microsoft.com/office/drawing/2014/main" id="{2FA6D32C-6FD6-5C36-4660-BC669551EA00}"/>
              </a:ext>
            </a:extLst>
          </p:cNvPr>
          <p:cNvSpPr/>
          <p:nvPr/>
        </p:nvSpPr>
        <p:spPr>
          <a:xfrm rot="14329537">
            <a:off x="5534051" y="3230729"/>
            <a:ext cx="949867" cy="1259415"/>
          </a:xfrm>
          <a:prstGeom prst="arc">
            <a:avLst>
              <a:gd name="adj1" fmla="val 16116946"/>
              <a:gd name="adj2" fmla="val 5316624"/>
            </a:avLst>
          </a:prstGeom>
          <a:ln w="254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2DD230F-0803-0F22-30F9-5072BFCF433E}"/>
              </a:ext>
            </a:extLst>
          </p:cNvPr>
          <p:cNvGrpSpPr/>
          <p:nvPr/>
        </p:nvGrpSpPr>
        <p:grpSpPr>
          <a:xfrm>
            <a:off x="5328790" y="1361546"/>
            <a:ext cx="1334182" cy="2904679"/>
            <a:chOff x="4946791" y="2230661"/>
            <a:chExt cx="1506559" cy="200064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C54E397-6D6A-9167-4ED7-313CA59B6873}"/>
                </a:ext>
              </a:extLst>
            </p:cNvPr>
            <p:cNvCxnSpPr>
              <a:cxnSpLocks/>
              <a:endCxn id="59" idx="0"/>
            </p:cNvCxnSpPr>
            <p:nvPr/>
          </p:nvCxnSpPr>
          <p:spPr>
            <a:xfrm flipV="1">
              <a:off x="4946791" y="2440873"/>
              <a:ext cx="28001" cy="1790436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A2859666-3FCB-9EDF-2D1F-C09716031CD8}"/>
                </a:ext>
              </a:extLst>
            </p:cNvPr>
            <p:cNvSpPr/>
            <p:nvPr/>
          </p:nvSpPr>
          <p:spPr>
            <a:xfrm rot="16200000">
              <a:off x="5514195" y="1690153"/>
              <a:ext cx="398648" cy="1479663"/>
            </a:xfrm>
            <a:prstGeom prst="arc">
              <a:avLst>
                <a:gd name="adj1" fmla="val 16116946"/>
                <a:gd name="adj2" fmla="val 5316624"/>
              </a:avLst>
            </a:prstGeom>
            <a:ln w="25400">
              <a:solidFill>
                <a:schemeClr val="tx1"/>
              </a:solidFill>
              <a:prstDash val="dash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Arc 28">
            <a:extLst>
              <a:ext uri="{FF2B5EF4-FFF2-40B4-BE49-F238E27FC236}">
                <a16:creationId xmlns:a16="http://schemas.microsoft.com/office/drawing/2014/main" id="{5A30CF11-C61D-E79E-CEB0-BC114C09103C}"/>
              </a:ext>
            </a:extLst>
          </p:cNvPr>
          <p:cNvSpPr/>
          <p:nvPr/>
        </p:nvSpPr>
        <p:spPr>
          <a:xfrm rot="16200000">
            <a:off x="5762934" y="3890956"/>
            <a:ext cx="496214" cy="786582"/>
          </a:xfrm>
          <a:prstGeom prst="arc">
            <a:avLst>
              <a:gd name="adj1" fmla="val 16486163"/>
              <a:gd name="adj2" fmla="val 5724375"/>
            </a:avLst>
          </a:prstGeom>
          <a:ln w="254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D47C9E6-5FCD-4656-78C8-484FB1948697}"/>
              </a:ext>
            </a:extLst>
          </p:cNvPr>
          <p:cNvCxnSpPr>
            <a:cxnSpLocks/>
          </p:cNvCxnSpPr>
          <p:nvPr/>
        </p:nvCxnSpPr>
        <p:spPr>
          <a:xfrm flipV="1">
            <a:off x="6738662" y="2454068"/>
            <a:ext cx="0" cy="1858741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E2F3F8-8B77-425C-601C-5C494AFCA57F}"/>
              </a:ext>
            </a:extLst>
          </p:cNvPr>
          <p:cNvCxnSpPr/>
          <p:nvPr/>
        </p:nvCxnSpPr>
        <p:spPr>
          <a:xfrm flipV="1">
            <a:off x="6443048" y="4335467"/>
            <a:ext cx="0" cy="1839285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39919D8-0A41-9BDD-E866-1CFC0AD44FAE}"/>
              </a:ext>
            </a:extLst>
          </p:cNvPr>
          <p:cNvCxnSpPr>
            <a:cxnSpLocks/>
          </p:cNvCxnSpPr>
          <p:nvPr/>
        </p:nvCxnSpPr>
        <p:spPr>
          <a:xfrm flipV="1">
            <a:off x="6900002" y="1684991"/>
            <a:ext cx="0" cy="1798599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04B3C81-8787-EEBF-2E14-168044535C12}"/>
              </a:ext>
            </a:extLst>
          </p:cNvPr>
          <p:cNvCxnSpPr>
            <a:cxnSpLocks/>
          </p:cNvCxnSpPr>
          <p:nvPr/>
        </p:nvCxnSpPr>
        <p:spPr>
          <a:xfrm flipH="1">
            <a:off x="7335115" y="1684991"/>
            <a:ext cx="1353" cy="4563232"/>
          </a:xfrm>
          <a:prstGeom prst="straightConnector1">
            <a:avLst/>
          </a:prstGeom>
          <a:ln w="19050">
            <a:solidFill>
              <a:srgbClr val="0070C0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F72BCB5-6B81-DE57-212E-FB1E6C27AD3F}"/>
              </a:ext>
            </a:extLst>
          </p:cNvPr>
          <p:cNvCxnSpPr>
            <a:cxnSpLocks/>
          </p:cNvCxnSpPr>
          <p:nvPr/>
        </p:nvCxnSpPr>
        <p:spPr>
          <a:xfrm flipH="1">
            <a:off x="7453903" y="2906016"/>
            <a:ext cx="35283" cy="3339808"/>
          </a:xfrm>
          <a:prstGeom prst="straightConnector1">
            <a:avLst/>
          </a:prstGeom>
          <a:ln w="19050">
            <a:solidFill>
              <a:srgbClr val="00B050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244E03A-A291-DF17-EFB7-01E16DF2D1C6}"/>
              </a:ext>
            </a:extLst>
          </p:cNvPr>
          <p:cNvSpPr txBox="1"/>
          <p:nvPr/>
        </p:nvSpPr>
        <p:spPr>
          <a:xfrm rot="16200000">
            <a:off x="7083096" y="5206814"/>
            <a:ext cx="1059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560 nm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18B17C-8B69-1BEC-C7AF-145D971FDD7A}"/>
              </a:ext>
            </a:extLst>
          </p:cNvPr>
          <p:cNvSpPr txBox="1"/>
          <p:nvPr/>
        </p:nvSpPr>
        <p:spPr>
          <a:xfrm rot="16200000">
            <a:off x="6629097" y="5417375"/>
            <a:ext cx="1046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412 nm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28CE82-8835-2276-C3EB-D74D600F1575}"/>
              </a:ext>
            </a:extLst>
          </p:cNvPr>
          <p:cNvSpPr txBox="1"/>
          <p:nvPr/>
        </p:nvSpPr>
        <p:spPr>
          <a:xfrm rot="16200000">
            <a:off x="4591314" y="5129908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C4050A-5C39-86CB-AA1C-B40753FCFF51}"/>
              </a:ext>
            </a:extLst>
          </p:cNvPr>
          <p:cNvSpPr txBox="1"/>
          <p:nvPr/>
        </p:nvSpPr>
        <p:spPr>
          <a:xfrm rot="16200000">
            <a:off x="6233962" y="2957108"/>
            <a:ext cx="615670" cy="337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00F4B6-B6C5-7490-1F01-0974F010618A}"/>
              </a:ext>
            </a:extLst>
          </p:cNvPr>
          <p:cNvSpPr txBox="1"/>
          <p:nvPr/>
        </p:nvSpPr>
        <p:spPr>
          <a:xfrm>
            <a:off x="5694331" y="2456085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</a:p>
        </p:txBody>
      </p:sp>
      <p:sp>
        <p:nvSpPr>
          <p:cNvPr id="40" name="Lightning Bolt 39">
            <a:extLst>
              <a:ext uri="{FF2B5EF4-FFF2-40B4-BE49-F238E27FC236}">
                <a16:creationId xmlns:a16="http://schemas.microsoft.com/office/drawing/2014/main" id="{83F073E8-F171-675E-BD15-4D460C156C76}"/>
              </a:ext>
            </a:extLst>
          </p:cNvPr>
          <p:cNvSpPr/>
          <p:nvPr/>
        </p:nvSpPr>
        <p:spPr>
          <a:xfrm rot="20590028">
            <a:off x="3996962" y="5159435"/>
            <a:ext cx="524282" cy="933750"/>
          </a:xfrm>
          <a:prstGeom prst="lightningBol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A5F9B0-3ED5-5EFF-DB6D-A398E9F63461}"/>
              </a:ext>
            </a:extLst>
          </p:cNvPr>
          <p:cNvSpPr txBox="1"/>
          <p:nvPr/>
        </p:nvSpPr>
        <p:spPr>
          <a:xfrm>
            <a:off x="3734126" y="4703418"/>
            <a:ext cx="989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975 nm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F6B0777-B1B0-55A4-EDB6-335170DF81B8}"/>
              </a:ext>
            </a:extLst>
          </p:cNvPr>
          <p:cNvSpPr/>
          <p:nvPr/>
        </p:nvSpPr>
        <p:spPr>
          <a:xfrm>
            <a:off x="1251390" y="229179"/>
            <a:ext cx="10354235" cy="67015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211F295-4652-FC2C-8B95-F02842DF5FF5}"/>
              </a:ext>
            </a:extLst>
          </p:cNvPr>
          <p:cNvCxnSpPr>
            <a:cxnSpLocks/>
          </p:cNvCxnSpPr>
          <p:nvPr/>
        </p:nvCxnSpPr>
        <p:spPr>
          <a:xfrm flipH="1">
            <a:off x="8370262" y="3504350"/>
            <a:ext cx="22722" cy="2715826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8B06E63-779D-F8C9-0543-369ED99CEE41}"/>
              </a:ext>
            </a:extLst>
          </p:cNvPr>
          <p:cNvSpPr txBox="1"/>
          <p:nvPr/>
        </p:nvSpPr>
        <p:spPr>
          <a:xfrm rot="16200000">
            <a:off x="7691149" y="5222203"/>
            <a:ext cx="105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660 nm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16764B-7556-E58F-19BA-A082D6F60E96}"/>
              </a:ext>
            </a:extLst>
          </p:cNvPr>
          <p:cNvSpPr txBox="1"/>
          <p:nvPr/>
        </p:nvSpPr>
        <p:spPr>
          <a:xfrm rot="16200000">
            <a:off x="6584910" y="4382953"/>
            <a:ext cx="479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46B25CE-60BF-B97E-C130-ED4C9D768C7A}"/>
              </a:ext>
            </a:extLst>
          </p:cNvPr>
          <p:cNvCxnSpPr>
            <a:cxnSpLocks/>
          </p:cNvCxnSpPr>
          <p:nvPr/>
        </p:nvCxnSpPr>
        <p:spPr>
          <a:xfrm flipV="1">
            <a:off x="7015384" y="3483590"/>
            <a:ext cx="7474" cy="138181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1544D3A-2394-E573-57C8-8D29D02375D2}"/>
              </a:ext>
            </a:extLst>
          </p:cNvPr>
          <p:cNvCxnSpPr>
            <a:cxnSpLocks/>
          </p:cNvCxnSpPr>
          <p:nvPr/>
        </p:nvCxnSpPr>
        <p:spPr>
          <a:xfrm>
            <a:off x="6649870" y="4321844"/>
            <a:ext cx="0" cy="535855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5512BD2-098A-B62E-2201-8C7B3EB0CD59}"/>
              </a:ext>
            </a:extLst>
          </p:cNvPr>
          <p:cNvCxnSpPr>
            <a:cxnSpLocks/>
          </p:cNvCxnSpPr>
          <p:nvPr/>
        </p:nvCxnSpPr>
        <p:spPr>
          <a:xfrm>
            <a:off x="7034526" y="2477297"/>
            <a:ext cx="0" cy="428719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0280F11-F500-1CDA-1092-FBFCDBD41DE6}"/>
              </a:ext>
            </a:extLst>
          </p:cNvPr>
          <p:cNvCxnSpPr>
            <a:cxnSpLocks/>
          </p:cNvCxnSpPr>
          <p:nvPr/>
        </p:nvCxnSpPr>
        <p:spPr>
          <a:xfrm>
            <a:off x="7214553" y="2941069"/>
            <a:ext cx="0" cy="581308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FAE2347-F676-07EE-EEC6-46AA58872814}"/>
              </a:ext>
            </a:extLst>
          </p:cNvPr>
          <p:cNvCxnSpPr>
            <a:cxnSpLocks/>
          </p:cNvCxnSpPr>
          <p:nvPr/>
        </p:nvCxnSpPr>
        <p:spPr>
          <a:xfrm>
            <a:off x="7640628" y="2535744"/>
            <a:ext cx="561748" cy="927885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B39893A-26D8-8870-8955-E0F12935C1BD}"/>
              </a:ext>
            </a:extLst>
          </p:cNvPr>
          <p:cNvCxnSpPr>
            <a:cxnSpLocks/>
          </p:cNvCxnSpPr>
          <p:nvPr/>
        </p:nvCxnSpPr>
        <p:spPr>
          <a:xfrm>
            <a:off x="8202376" y="3501737"/>
            <a:ext cx="7338" cy="782509"/>
          </a:xfrm>
          <a:prstGeom prst="line">
            <a:avLst/>
          </a:prstGeom>
          <a:ln w="28575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DB6D03-BBB3-83A1-3A68-9A6116D1D12E}"/>
              </a:ext>
            </a:extLst>
          </p:cNvPr>
          <p:cNvCxnSpPr>
            <a:cxnSpLocks/>
          </p:cNvCxnSpPr>
          <p:nvPr/>
        </p:nvCxnSpPr>
        <p:spPr>
          <a:xfrm flipH="1" flipV="1">
            <a:off x="7619739" y="3522377"/>
            <a:ext cx="559971" cy="724545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C01DA83-A1D2-39A1-4F0B-C74E3A438105}"/>
              </a:ext>
            </a:extLst>
          </p:cNvPr>
          <p:cNvCxnSpPr>
            <a:cxnSpLocks/>
          </p:cNvCxnSpPr>
          <p:nvPr/>
        </p:nvCxnSpPr>
        <p:spPr>
          <a:xfrm>
            <a:off x="7619739" y="2496586"/>
            <a:ext cx="24558" cy="963985"/>
          </a:xfrm>
          <a:prstGeom prst="line">
            <a:avLst/>
          </a:prstGeom>
          <a:ln w="28575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5385143-A599-3C8B-2D8D-895E112E9D79}"/>
              </a:ext>
            </a:extLst>
          </p:cNvPr>
          <p:cNvSpPr txBox="1"/>
          <p:nvPr/>
        </p:nvSpPr>
        <p:spPr>
          <a:xfrm>
            <a:off x="7671419" y="3180220"/>
            <a:ext cx="479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</a:p>
        </p:txBody>
      </p:sp>
    </p:spTree>
    <p:extLst>
      <p:ext uri="{BB962C8B-B14F-4D97-AF65-F5344CB8AC3E}">
        <p14:creationId xmlns:p14="http://schemas.microsoft.com/office/powerpoint/2010/main" val="3924731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799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4F809-5004-9A85-6DA7-43BD7DFE6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015E521-907C-1FED-E5C6-D3B6E434BDFD}"/>
              </a:ext>
            </a:extLst>
          </p:cNvPr>
          <p:cNvGrpSpPr/>
          <p:nvPr/>
        </p:nvGrpSpPr>
        <p:grpSpPr>
          <a:xfrm>
            <a:off x="2172396" y="166254"/>
            <a:ext cx="531221" cy="5951957"/>
            <a:chOff x="287930" y="353062"/>
            <a:chExt cx="531221" cy="5969972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565F4FE-3396-52D8-85B6-D61999A8DB8A}"/>
                </a:ext>
              </a:extLst>
            </p:cNvPr>
            <p:cNvGrpSpPr/>
            <p:nvPr/>
          </p:nvGrpSpPr>
          <p:grpSpPr>
            <a:xfrm flipV="1">
              <a:off x="614363" y="353062"/>
              <a:ext cx="204788" cy="5822436"/>
              <a:chOff x="628650" y="676782"/>
              <a:chExt cx="204788" cy="6083142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0A44EBF9-2F00-FBD9-C1BA-667B1EA3FCAA}"/>
                  </a:ext>
                </a:extLst>
              </p:cNvPr>
              <p:cNvCxnSpPr/>
              <p:nvPr/>
            </p:nvCxnSpPr>
            <p:spPr>
              <a:xfrm>
                <a:off x="816293" y="676782"/>
                <a:ext cx="12381" cy="608314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391678C8-7E09-9213-74CA-5499BB6D84B0}"/>
                  </a:ext>
                </a:extLst>
              </p:cNvPr>
              <p:cNvCxnSpPr/>
              <p:nvPr/>
            </p:nvCxnSpPr>
            <p:spPr>
              <a:xfrm>
                <a:off x="633413" y="683418"/>
                <a:ext cx="18288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15EC69B-CD2E-6249-E917-C3833D8182DE}"/>
                  </a:ext>
                </a:extLst>
              </p:cNvPr>
              <p:cNvCxnSpPr/>
              <p:nvPr/>
            </p:nvCxnSpPr>
            <p:spPr>
              <a:xfrm>
                <a:off x="633413" y="1630054"/>
                <a:ext cx="18288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2C841CB-0B36-F99C-CF06-FF0B22548E4A}"/>
                  </a:ext>
                </a:extLst>
              </p:cNvPr>
              <p:cNvCxnSpPr/>
              <p:nvPr/>
            </p:nvCxnSpPr>
            <p:spPr>
              <a:xfrm>
                <a:off x="628650" y="4492159"/>
                <a:ext cx="18288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49825889-28B2-5E35-02DC-790C4EBC714C}"/>
                  </a:ext>
                </a:extLst>
              </p:cNvPr>
              <p:cNvCxnSpPr/>
              <p:nvPr/>
            </p:nvCxnSpPr>
            <p:spPr>
              <a:xfrm>
                <a:off x="633413" y="2584627"/>
                <a:ext cx="18288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2C1B2FD4-9C14-4095-284E-BB92B712D2D9}"/>
                  </a:ext>
                </a:extLst>
              </p:cNvPr>
              <p:cNvCxnSpPr/>
              <p:nvPr/>
            </p:nvCxnSpPr>
            <p:spPr>
              <a:xfrm>
                <a:off x="633413" y="3533390"/>
                <a:ext cx="18288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B94AE68D-5FE2-F8BB-7C90-612458E3E09F}"/>
                  </a:ext>
                </a:extLst>
              </p:cNvPr>
              <p:cNvCxnSpPr/>
              <p:nvPr/>
            </p:nvCxnSpPr>
            <p:spPr>
              <a:xfrm>
                <a:off x="630238" y="6418178"/>
                <a:ext cx="18288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370662B0-4523-3E32-BC9D-E5F3D5600CC6}"/>
                  </a:ext>
                </a:extLst>
              </p:cNvPr>
              <p:cNvCxnSpPr/>
              <p:nvPr/>
            </p:nvCxnSpPr>
            <p:spPr>
              <a:xfrm>
                <a:off x="635318" y="5441179"/>
                <a:ext cx="18288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87EBDDAE-02C5-8481-04A0-04A62DD228F9}"/>
                  </a:ext>
                </a:extLst>
              </p:cNvPr>
              <p:cNvCxnSpPr/>
              <p:nvPr/>
            </p:nvCxnSpPr>
            <p:spPr>
              <a:xfrm>
                <a:off x="681038" y="1148105"/>
                <a:ext cx="13716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0E0B0EFC-504B-22D1-B20D-A72558EBCFD3}"/>
                  </a:ext>
                </a:extLst>
              </p:cNvPr>
              <p:cNvCxnSpPr/>
              <p:nvPr/>
            </p:nvCxnSpPr>
            <p:spPr>
              <a:xfrm>
                <a:off x="691514" y="2125105"/>
                <a:ext cx="13716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A43BF11-AA26-A5F0-F44A-CBB208A90F5E}"/>
                  </a:ext>
                </a:extLst>
              </p:cNvPr>
              <p:cNvCxnSpPr/>
              <p:nvPr/>
            </p:nvCxnSpPr>
            <p:spPr>
              <a:xfrm>
                <a:off x="681038" y="3999493"/>
                <a:ext cx="13716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16F203A2-BB4D-F180-EB47-625B1582FE32}"/>
                  </a:ext>
                </a:extLst>
              </p:cNvPr>
              <p:cNvCxnSpPr/>
              <p:nvPr/>
            </p:nvCxnSpPr>
            <p:spPr>
              <a:xfrm>
                <a:off x="688658" y="3049030"/>
                <a:ext cx="13716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62A42E7F-3A07-43E9-8F23-4CBE74A0E56F}"/>
                  </a:ext>
                </a:extLst>
              </p:cNvPr>
              <p:cNvCxnSpPr/>
              <p:nvPr/>
            </p:nvCxnSpPr>
            <p:spPr>
              <a:xfrm>
                <a:off x="681038" y="4961186"/>
                <a:ext cx="13716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17DE0A3C-3315-9BEF-7EEC-B5707BFBCD80}"/>
                  </a:ext>
                </a:extLst>
              </p:cNvPr>
              <p:cNvCxnSpPr/>
              <p:nvPr/>
            </p:nvCxnSpPr>
            <p:spPr>
              <a:xfrm>
                <a:off x="681038" y="5938185"/>
                <a:ext cx="13716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0566562-807A-D8A7-86AE-A4337384D839}"/>
                  </a:ext>
                </a:extLst>
              </p:cNvPr>
              <p:cNvCxnSpPr/>
              <p:nvPr/>
            </p:nvCxnSpPr>
            <p:spPr>
              <a:xfrm>
                <a:off x="696278" y="6754195"/>
                <a:ext cx="13716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B5235AD-BDF7-A833-5635-94EC17125B1D}"/>
                </a:ext>
              </a:extLst>
            </p:cNvPr>
            <p:cNvSpPr txBox="1"/>
            <p:nvPr/>
          </p:nvSpPr>
          <p:spPr>
            <a:xfrm>
              <a:off x="385568" y="601525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1C34902-001B-41FD-01CA-F08B4EC3AE76}"/>
                </a:ext>
              </a:extLst>
            </p:cNvPr>
            <p:cNvSpPr txBox="1"/>
            <p:nvPr/>
          </p:nvSpPr>
          <p:spPr>
            <a:xfrm>
              <a:off x="287930" y="2368252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8954A05-56DA-73A8-0292-E6434DADCE99}"/>
                </a:ext>
              </a:extLst>
            </p:cNvPr>
            <p:cNvSpPr txBox="1"/>
            <p:nvPr/>
          </p:nvSpPr>
          <p:spPr>
            <a:xfrm>
              <a:off x="338324" y="510919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1EBC5E8-14B2-5E53-D1EE-9C2EB13BEC81}"/>
                </a:ext>
              </a:extLst>
            </p:cNvPr>
            <p:cNvSpPr txBox="1"/>
            <p:nvPr/>
          </p:nvSpPr>
          <p:spPr>
            <a:xfrm>
              <a:off x="304893" y="4182325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8FCF597-9492-17D9-804C-BEB432ECAFA2}"/>
                </a:ext>
              </a:extLst>
            </p:cNvPr>
            <p:cNvSpPr txBox="1"/>
            <p:nvPr/>
          </p:nvSpPr>
          <p:spPr>
            <a:xfrm>
              <a:off x="304893" y="1453555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29E931E-9CCA-1B98-8D84-2B5E33D84CDD}"/>
                </a:ext>
              </a:extLst>
            </p:cNvPr>
            <p:cNvSpPr txBox="1"/>
            <p:nvPr/>
          </p:nvSpPr>
          <p:spPr>
            <a:xfrm>
              <a:off x="292137" y="3255458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F4DF7F4-D6BD-A760-D275-72CD8FD3312B}"/>
                </a:ext>
              </a:extLst>
            </p:cNvPr>
            <p:cNvSpPr txBox="1"/>
            <p:nvPr/>
          </p:nvSpPr>
          <p:spPr>
            <a:xfrm>
              <a:off x="288061" y="524416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2E18D48-677C-23FB-98D3-FBDE857CB1F1}"/>
              </a:ext>
            </a:extLst>
          </p:cNvPr>
          <p:cNvGrpSpPr/>
          <p:nvPr/>
        </p:nvGrpSpPr>
        <p:grpSpPr>
          <a:xfrm>
            <a:off x="2860425" y="3994089"/>
            <a:ext cx="1828800" cy="1943278"/>
            <a:chOff x="1524000" y="4231310"/>
            <a:chExt cx="1828800" cy="1943278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BCC3D7D-F255-ED17-B8FF-9890EFA26DBC}"/>
                </a:ext>
              </a:extLst>
            </p:cNvPr>
            <p:cNvCxnSpPr/>
            <p:nvPr/>
          </p:nvCxnSpPr>
          <p:spPr>
            <a:xfrm>
              <a:off x="1524000" y="6174588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63C001C-0CA2-72B8-8265-FAB4DDDB461B}"/>
                </a:ext>
              </a:extLst>
            </p:cNvPr>
            <p:cNvCxnSpPr/>
            <p:nvPr/>
          </p:nvCxnSpPr>
          <p:spPr>
            <a:xfrm>
              <a:off x="1524000" y="4231310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AE313-317E-5AC5-B78D-F02D5F06F33C}"/>
              </a:ext>
            </a:extLst>
          </p:cNvPr>
          <p:cNvGrpSpPr/>
          <p:nvPr/>
        </p:nvGrpSpPr>
        <p:grpSpPr>
          <a:xfrm>
            <a:off x="5171113" y="1424639"/>
            <a:ext cx="2266982" cy="4524513"/>
            <a:chOff x="4753429" y="1656428"/>
            <a:chExt cx="1828800" cy="4524513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E425810-3264-6D34-22B3-9FA8797009B2}"/>
                </a:ext>
              </a:extLst>
            </p:cNvPr>
            <p:cNvCxnSpPr/>
            <p:nvPr/>
          </p:nvCxnSpPr>
          <p:spPr>
            <a:xfrm>
              <a:off x="4753429" y="6180941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4D736C4-B558-A776-32AA-E090E961466A}"/>
                </a:ext>
              </a:extLst>
            </p:cNvPr>
            <p:cNvCxnSpPr/>
            <p:nvPr/>
          </p:nvCxnSpPr>
          <p:spPr>
            <a:xfrm>
              <a:off x="4753429" y="4258528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7EB6B25-1F1C-B272-6CA0-01E246CF01AD}"/>
                </a:ext>
              </a:extLst>
            </p:cNvPr>
            <p:cNvCxnSpPr/>
            <p:nvPr/>
          </p:nvCxnSpPr>
          <p:spPr>
            <a:xfrm>
              <a:off x="4753429" y="4850601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C9E71D9-D8A1-6BF0-E787-A16D78563FB8}"/>
                </a:ext>
              </a:extLst>
            </p:cNvPr>
            <p:cNvCxnSpPr/>
            <p:nvPr/>
          </p:nvCxnSpPr>
          <p:spPr>
            <a:xfrm>
              <a:off x="4753429" y="2694805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5AE89B7-F20E-4F0A-C14B-7BCC401B80B1}"/>
                </a:ext>
              </a:extLst>
            </p:cNvPr>
            <p:cNvCxnSpPr/>
            <p:nvPr/>
          </p:nvCxnSpPr>
          <p:spPr>
            <a:xfrm>
              <a:off x="4753429" y="3475787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CF07ACB-ECB1-1BA4-732C-6BEA3BC7DAFE}"/>
                </a:ext>
              </a:extLst>
            </p:cNvPr>
            <p:cNvCxnSpPr/>
            <p:nvPr/>
          </p:nvCxnSpPr>
          <p:spPr>
            <a:xfrm>
              <a:off x="4753429" y="3968417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8FBC271-C916-CD27-3BAA-21FA2A6B69D3}"/>
                </a:ext>
              </a:extLst>
            </p:cNvPr>
            <p:cNvCxnSpPr/>
            <p:nvPr/>
          </p:nvCxnSpPr>
          <p:spPr>
            <a:xfrm>
              <a:off x="4753429" y="1656428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D1991F8-80A8-FE4A-F041-4DAD5D85B342}"/>
                </a:ext>
              </a:extLst>
            </p:cNvPr>
            <p:cNvCxnSpPr/>
            <p:nvPr/>
          </p:nvCxnSpPr>
          <p:spPr>
            <a:xfrm>
              <a:off x="4753429" y="2884668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B7F7928-35C6-98D5-BB91-C54DC67306F9}"/>
                </a:ext>
              </a:extLst>
            </p:cNvPr>
            <p:cNvCxnSpPr/>
            <p:nvPr/>
          </p:nvCxnSpPr>
          <p:spPr>
            <a:xfrm>
              <a:off x="4753429" y="1926429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B236BDD-4984-25FE-3AEE-E7BF4D0B037B}"/>
                </a:ext>
              </a:extLst>
            </p:cNvPr>
            <p:cNvCxnSpPr/>
            <p:nvPr/>
          </p:nvCxnSpPr>
          <p:spPr>
            <a:xfrm>
              <a:off x="4753429" y="2436615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CD5B7EF-F61F-70A1-E8CE-FEA1394AC713}"/>
              </a:ext>
            </a:extLst>
          </p:cNvPr>
          <p:cNvSpPr txBox="1"/>
          <p:nvPr/>
        </p:nvSpPr>
        <p:spPr>
          <a:xfrm rot="16200000">
            <a:off x="514456" y="2915753"/>
            <a:ext cx="2706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(x 10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cm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2F11B9-71BB-818E-9E01-6ABBEF1225BE}"/>
              </a:ext>
            </a:extLst>
          </p:cNvPr>
          <p:cNvSpPr txBox="1"/>
          <p:nvPr/>
        </p:nvSpPr>
        <p:spPr>
          <a:xfrm>
            <a:off x="7468215" y="5690141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15/2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061F2E-63E9-0F0A-D570-35156242B4B1}"/>
              </a:ext>
            </a:extLst>
          </p:cNvPr>
          <p:cNvSpPr txBox="1"/>
          <p:nvPr/>
        </p:nvSpPr>
        <p:spPr>
          <a:xfrm>
            <a:off x="7460229" y="3986570"/>
            <a:ext cx="662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11/2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7F792D-6CC2-5607-71A3-40BBABD370F9}"/>
              </a:ext>
            </a:extLst>
          </p:cNvPr>
          <p:cNvSpPr txBox="1"/>
          <p:nvPr/>
        </p:nvSpPr>
        <p:spPr>
          <a:xfrm>
            <a:off x="7429268" y="4482751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13/2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7DD808-4FB7-F19C-1088-2C2D834A2BFA}"/>
              </a:ext>
            </a:extLst>
          </p:cNvPr>
          <p:cNvSpPr txBox="1"/>
          <p:nvPr/>
        </p:nvSpPr>
        <p:spPr>
          <a:xfrm>
            <a:off x="7414847" y="2475107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966E51-9653-3B33-343A-98D64A05DF64}"/>
              </a:ext>
            </a:extLst>
          </p:cNvPr>
          <p:cNvSpPr txBox="1"/>
          <p:nvPr/>
        </p:nvSpPr>
        <p:spPr>
          <a:xfrm>
            <a:off x="7280520" y="2894988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5F4DAD-4912-1671-BC82-FEED07825E2C}"/>
              </a:ext>
            </a:extLst>
          </p:cNvPr>
          <p:cNvSpPr txBox="1"/>
          <p:nvPr/>
        </p:nvSpPr>
        <p:spPr>
          <a:xfrm>
            <a:off x="3351456" y="6105433"/>
            <a:ext cx="974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9D7903-0157-28C8-42F0-3F37ABDBE4E2}"/>
              </a:ext>
            </a:extLst>
          </p:cNvPr>
          <p:cNvSpPr txBox="1"/>
          <p:nvPr/>
        </p:nvSpPr>
        <p:spPr>
          <a:xfrm>
            <a:off x="6226892" y="6122033"/>
            <a:ext cx="974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43E58B-8BE9-6B17-AD06-A515E7EC9BDB}"/>
              </a:ext>
            </a:extLst>
          </p:cNvPr>
          <p:cNvSpPr txBox="1"/>
          <p:nvPr/>
        </p:nvSpPr>
        <p:spPr>
          <a:xfrm>
            <a:off x="7471746" y="3490389"/>
            <a:ext cx="5870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874361-AA5D-649C-6B57-7516E8486A26}"/>
              </a:ext>
            </a:extLst>
          </p:cNvPr>
          <p:cNvSpPr txBox="1"/>
          <p:nvPr/>
        </p:nvSpPr>
        <p:spPr>
          <a:xfrm>
            <a:off x="7308623" y="1875282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F42D7B-2A32-1FBC-B107-C420F2EDAE07}"/>
              </a:ext>
            </a:extLst>
          </p:cNvPr>
          <p:cNvSpPr txBox="1"/>
          <p:nvPr/>
        </p:nvSpPr>
        <p:spPr>
          <a:xfrm>
            <a:off x="7420518" y="2179845"/>
            <a:ext cx="761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11/2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86AC13-A439-89A5-152D-602943414FBB}"/>
              </a:ext>
            </a:extLst>
          </p:cNvPr>
          <p:cNvSpPr txBox="1"/>
          <p:nvPr/>
        </p:nvSpPr>
        <p:spPr>
          <a:xfrm>
            <a:off x="7407634" y="1393381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9438FD-55B4-7B6B-CAAC-01B255E8AC83}"/>
              </a:ext>
            </a:extLst>
          </p:cNvPr>
          <p:cNvSpPr txBox="1"/>
          <p:nvPr/>
        </p:nvSpPr>
        <p:spPr>
          <a:xfrm>
            <a:off x="7349284" y="1101194"/>
            <a:ext cx="68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0760DB-576F-91D4-F54E-7430A08B1573}"/>
              </a:ext>
            </a:extLst>
          </p:cNvPr>
          <p:cNvSpPr txBox="1"/>
          <p:nvPr/>
        </p:nvSpPr>
        <p:spPr>
          <a:xfrm>
            <a:off x="4517744" y="5640347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089BF8-4FC2-4643-3F5F-C758CEE8C34E}"/>
              </a:ext>
            </a:extLst>
          </p:cNvPr>
          <p:cNvSpPr txBox="1"/>
          <p:nvPr/>
        </p:nvSpPr>
        <p:spPr>
          <a:xfrm>
            <a:off x="4467632" y="3961783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C1FECB5-F26C-8B26-90BF-0C02014AB07E}"/>
              </a:ext>
            </a:extLst>
          </p:cNvPr>
          <p:cNvCxnSpPr/>
          <p:nvPr/>
        </p:nvCxnSpPr>
        <p:spPr>
          <a:xfrm flipV="1">
            <a:off x="3652792" y="4003146"/>
            <a:ext cx="0" cy="1943278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2E3171D-6195-BDC0-C875-4AB428CF9FD2}"/>
              </a:ext>
            </a:extLst>
          </p:cNvPr>
          <p:cNvCxnSpPr/>
          <p:nvPr/>
        </p:nvCxnSpPr>
        <p:spPr>
          <a:xfrm>
            <a:off x="4011856" y="4005873"/>
            <a:ext cx="0" cy="1943278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Arc 60">
            <a:extLst>
              <a:ext uri="{FF2B5EF4-FFF2-40B4-BE49-F238E27FC236}">
                <a16:creationId xmlns:a16="http://schemas.microsoft.com/office/drawing/2014/main" id="{BCB9299D-CE9C-13A7-D152-E75F56601C85}"/>
              </a:ext>
            </a:extLst>
          </p:cNvPr>
          <p:cNvSpPr/>
          <p:nvPr/>
        </p:nvSpPr>
        <p:spPr>
          <a:xfrm rot="14329537">
            <a:off x="4432614" y="2970377"/>
            <a:ext cx="949867" cy="1259415"/>
          </a:xfrm>
          <a:prstGeom prst="arc">
            <a:avLst>
              <a:gd name="adj1" fmla="val 16116946"/>
              <a:gd name="adj2" fmla="val 5316624"/>
            </a:avLst>
          </a:prstGeom>
          <a:ln w="254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012F634F-CD0C-E31F-DE62-7CEFCE4C1D78}"/>
              </a:ext>
            </a:extLst>
          </p:cNvPr>
          <p:cNvSpPr/>
          <p:nvPr/>
        </p:nvSpPr>
        <p:spPr>
          <a:xfrm rot="16200000">
            <a:off x="4661497" y="3630604"/>
            <a:ext cx="496214" cy="786582"/>
          </a:xfrm>
          <a:prstGeom prst="arc">
            <a:avLst>
              <a:gd name="adj1" fmla="val 16486163"/>
              <a:gd name="adj2" fmla="val 5724375"/>
            </a:avLst>
          </a:prstGeom>
          <a:ln w="254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ACD7314-8181-AA19-1CC0-7DABA1E882FD}"/>
              </a:ext>
            </a:extLst>
          </p:cNvPr>
          <p:cNvCxnSpPr>
            <a:cxnSpLocks/>
          </p:cNvCxnSpPr>
          <p:nvPr/>
        </p:nvCxnSpPr>
        <p:spPr>
          <a:xfrm flipV="1">
            <a:off x="5637225" y="2193716"/>
            <a:ext cx="0" cy="1858741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3041064-B589-F51C-32EE-E0707F0FACEC}"/>
              </a:ext>
            </a:extLst>
          </p:cNvPr>
          <p:cNvCxnSpPr/>
          <p:nvPr/>
        </p:nvCxnSpPr>
        <p:spPr>
          <a:xfrm flipV="1">
            <a:off x="5341611" y="4075115"/>
            <a:ext cx="0" cy="1839285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0243781-5810-D3B9-6606-23FD86BC196A}"/>
              </a:ext>
            </a:extLst>
          </p:cNvPr>
          <p:cNvCxnSpPr>
            <a:cxnSpLocks/>
          </p:cNvCxnSpPr>
          <p:nvPr/>
        </p:nvCxnSpPr>
        <p:spPr>
          <a:xfrm flipV="1">
            <a:off x="5798565" y="1424639"/>
            <a:ext cx="0" cy="1798599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658B71D-4A0F-7505-1D5D-1325989BFF8D}"/>
              </a:ext>
            </a:extLst>
          </p:cNvPr>
          <p:cNvCxnSpPr>
            <a:cxnSpLocks/>
          </p:cNvCxnSpPr>
          <p:nvPr/>
        </p:nvCxnSpPr>
        <p:spPr>
          <a:xfrm flipH="1">
            <a:off x="6233678" y="1424639"/>
            <a:ext cx="1353" cy="4563232"/>
          </a:xfrm>
          <a:prstGeom prst="straightConnector1">
            <a:avLst/>
          </a:prstGeom>
          <a:ln w="19050">
            <a:solidFill>
              <a:srgbClr val="0070C0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3AFD1D9-E115-F0AF-388D-BE17E37E99C1}"/>
              </a:ext>
            </a:extLst>
          </p:cNvPr>
          <p:cNvCxnSpPr>
            <a:cxnSpLocks/>
          </p:cNvCxnSpPr>
          <p:nvPr/>
        </p:nvCxnSpPr>
        <p:spPr>
          <a:xfrm flipH="1">
            <a:off x="6352466" y="2645664"/>
            <a:ext cx="35283" cy="3339808"/>
          </a:xfrm>
          <a:prstGeom prst="straightConnector1">
            <a:avLst/>
          </a:prstGeom>
          <a:ln w="19050">
            <a:solidFill>
              <a:srgbClr val="00B050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AB516B7-FBD7-492E-AB90-6E7097E23FE1}"/>
              </a:ext>
            </a:extLst>
          </p:cNvPr>
          <p:cNvSpPr txBox="1"/>
          <p:nvPr/>
        </p:nvSpPr>
        <p:spPr>
          <a:xfrm rot="16200000">
            <a:off x="5981659" y="4946462"/>
            <a:ext cx="1059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560 nm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693474-F799-7655-6A82-E20A4FB7ECF6}"/>
              </a:ext>
            </a:extLst>
          </p:cNvPr>
          <p:cNvSpPr txBox="1"/>
          <p:nvPr/>
        </p:nvSpPr>
        <p:spPr>
          <a:xfrm rot="16200000">
            <a:off x="5527660" y="5157023"/>
            <a:ext cx="1046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412 nm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37ED2D-5D35-87BB-EAF6-5B3A5C548EBB}"/>
              </a:ext>
            </a:extLst>
          </p:cNvPr>
          <p:cNvSpPr txBox="1"/>
          <p:nvPr/>
        </p:nvSpPr>
        <p:spPr>
          <a:xfrm rot="16200000">
            <a:off x="3489877" y="486955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3243AD-394F-F50A-89D8-C201B5D5144E}"/>
              </a:ext>
            </a:extLst>
          </p:cNvPr>
          <p:cNvSpPr txBox="1"/>
          <p:nvPr/>
        </p:nvSpPr>
        <p:spPr>
          <a:xfrm rot="16200000">
            <a:off x="5132525" y="2696756"/>
            <a:ext cx="615670" cy="337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416635-E059-D11F-6D61-A939EA95176F}"/>
              </a:ext>
            </a:extLst>
          </p:cNvPr>
          <p:cNvSpPr txBox="1"/>
          <p:nvPr/>
        </p:nvSpPr>
        <p:spPr>
          <a:xfrm>
            <a:off x="4522972" y="3321112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ETU</a:t>
            </a:r>
          </a:p>
        </p:txBody>
      </p:sp>
      <p:sp>
        <p:nvSpPr>
          <p:cNvPr id="40" name="Lightning Bolt 39">
            <a:extLst>
              <a:ext uri="{FF2B5EF4-FFF2-40B4-BE49-F238E27FC236}">
                <a16:creationId xmlns:a16="http://schemas.microsoft.com/office/drawing/2014/main" id="{465123DA-817B-6987-8445-9437A202E6A9}"/>
              </a:ext>
            </a:extLst>
          </p:cNvPr>
          <p:cNvSpPr/>
          <p:nvPr/>
        </p:nvSpPr>
        <p:spPr>
          <a:xfrm rot="20590028">
            <a:off x="2895525" y="4899083"/>
            <a:ext cx="524282" cy="933750"/>
          </a:xfrm>
          <a:prstGeom prst="lightningBol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63D514-461B-AE25-F6AA-AD05E9DE9D4F}"/>
              </a:ext>
            </a:extLst>
          </p:cNvPr>
          <p:cNvSpPr txBox="1"/>
          <p:nvPr/>
        </p:nvSpPr>
        <p:spPr>
          <a:xfrm>
            <a:off x="2632689" y="4443066"/>
            <a:ext cx="1117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1064 nm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F695402-E16F-583F-AF0F-C21E700F5CAF}"/>
              </a:ext>
            </a:extLst>
          </p:cNvPr>
          <p:cNvSpPr/>
          <p:nvPr/>
        </p:nvSpPr>
        <p:spPr>
          <a:xfrm>
            <a:off x="1392865" y="93518"/>
            <a:ext cx="10280942" cy="65203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DBAD5C-DA53-6E70-5BB8-3F03034C20A7}"/>
              </a:ext>
            </a:extLst>
          </p:cNvPr>
          <p:cNvCxnSpPr>
            <a:cxnSpLocks/>
          </p:cNvCxnSpPr>
          <p:nvPr/>
        </p:nvCxnSpPr>
        <p:spPr>
          <a:xfrm flipH="1">
            <a:off x="7268825" y="3243998"/>
            <a:ext cx="22722" cy="2715826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90E111D-4A5A-CFF6-6CD1-632D10736040}"/>
              </a:ext>
            </a:extLst>
          </p:cNvPr>
          <p:cNvSpPr txBox="1"/>
          <p:nvPr/>
        </p:nvSpPr>
        <p:spPr>
          <a:xfrm rot="16200000">
            <a:off x="6589712" y="4961851"/>
            <a:ext cx="105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660 nm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DEE03B-D91F-A84A-CB47-766D6794CB99}"/>
              </a:ext>
            </a:extLst>
          </p:cNvPr>
          <p:cNvSpPr txBox="1"/>
          <p:nvPr/>
        </p:nvSpPr>
        <p:spPr>
          <a:xfrm rot="16200000">
            <a:off x="5483473" y="4122601"/>
            <a:ext cx="479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676D54F-C0D6-BEF4-0C76-529F440DD1D2}"/>
              </a:ext>
            </a:extLst>
          </p:cNvPr>
          <p:cNvCxnSpPr>
            <a:cxnSpLocks/>
          </p:cNvCxnSpPr>
          <p:nvPr/>
        </p:nvCxnSpPr>
        <p:spPr>
          <a:xfrm flipV="1">
            <a:off x="5913947" y="3223238"/>
            <a:ext cx="7474" cy="138181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DFB616-5357-2F36-4862-6EA04AC275C1}"/>
              </a:ext>
            </a:extLst>
          </p:cNvPr>
          <p:cNvCxnSpPr>
            <a:cxnSpLocks/>
          </p:cNvCxnSpPr>
          <p:nvPr/>
        </p:nvCxnSpPr>
        <p:spPr>
          <a:xfrm>
            <a:off x="5548433" y="4061492"/>
            <a:ext cx="0" cy="535855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5C73FC7-68C3-75ED-74C3-C06879814C20}"/>
              </a:ext>
            </a:extLst>
          </p:cNvPr>
          <p:cNvCxnSpPr>
            <a:cxnSpLocks/>
          </p:cNvCxnSpPr>
          <p:nvPr/>
        </p:nvCxnSpPr>
        <p:spPr>
          <a:xfrm>
            <a:off x="5933089" y="2216945"/>
            <a:ext cx="0" cy="428719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4834ED5-53F4-3F40-F05D-E30917A8A8F5}"/>
              </a:ext>
            </a:extLst>
          </p:cNvPr>
          <p:cNvCxnSpPr>
            <a:cxnSpLocks/>
          </p:cNvCxnSpPr>
          <p:nvPr/>
        </p:nvCxnSpPr>
        <p:spPr>
          <a:xfrm>
            <a:off x="6113116" y="2680717"/>
            <a:ext cx="0" cy="581308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67340A4-C861-A52F-C5A9-413F184CFE51}"/>
              </a:ext>
            </a:extLst>
          </p:cNvPr>
          <p:cNvCxnSpPr>
            <a:cxnSpLocks/>
          </p:cNvCxnSpPr>
          <p:nvPr/>
        </p:nvCxnSpPr>
        <p:spPr>
          <a:xfrm flipV="1">
            <a:off x="8035690" y="5946424"/>
            <a:ext cx="1100208" cy="202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0B41801-331F-E37F-BBE3-DE4AD3966D4E}"/>
              </a:ext>
            </a:extLst>
          </p:cNvPr>
          <p:cNvSpPr txBox="1"/>
          <p:nvPr/>
        </p:nvSpPr>
        <p:spPr>
          <a:xfrm>
            <a:off x="8261349" y="6080057"/>
            <a:ext cx="974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B0B2EC-7055-8524-684E-DF3436FC4117}"/>
              </a:ext>
            </a:extLst>
          </p:cNvPr>
          <p:cNvSpPr/>
          <p:nvPr/>
        </p:nvSpPr>
        <p:spPr>
          <a:xfrm>
            <a:off x="8198981" y="3795958"/>
            <a:ext cx="924736" cy="4672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D4D363-5C2C-CE9E-31EE-BB910D38AB2E}"/>
              </a:ext>
            </a:extLst>
          </p:cNvPr>
          <p:cNvSpPr/>
          <p:nvPr/>
        </p:nvSpPr>
        <p:spPr>
          <a:xfrm>
            <a:off x="8177417" y="2988770"/>
            <a:ext cx="935963" cy="4990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855250-36C6-2419-776C-DDEC85FA82A5}"/>
              </a:ext>
            </a:extLst>
          </p:cNvPr>
          <p:cNvSpPr txBox="1"/>
          <p:nvPr/>
        </p:nvSpPr>
        <p:spPr>
          <a:xfrm>
            <a:off x="9135898" y="3741723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C97D4A-2EEE-B648-8AD2-E192EBF2EC68}"/>
              </a:ext>
            </a:extLst>
          </p:cNvPr>
          <p:cNvSpPr txBox="1"/>
          <p:nvPr/>
        </p:nvSpPr>
        <p:spPr>
          <a:xfrm>
            <a:off x="9135898" y="3016537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D24DA2-8897-7D03-3A5B-03D1461FE2EF}"/>
              </a:ext>
            </a:extLst>
          </p:cNvPr>
          <p:cNvSpPr txBox="1"/>
          <p:nvPr/>
        </p:nvSpPr>
        <p:spPr>
          <a:xfrm>
            <a:off x="9036664" y="5585362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A4DE698-45FD-1FBF-9100-53E11BF4801D}"/>
              </a:ext>
            </a:extLst>
          </p:cNvPr>
          <p:cNvCxnSpPr>
            <a:cxnSpLocks/>
          </p:cNvCxnSpPr>
          <p:nvPr/>
        </p:nvCxnSpPr>
        <p:spPr>
          <a:xfrm flipV="1">
            <a:off x="8624929" y="4272002"/>
            <a:ext cx="0" cy="16508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E4F16C0-FC32-7592-48E7-ED1969188C9D}"/>
              </a:ext>
            </a:extLst>
          </p:cNvPr>
          <p:cNvCxnSpPr>
            <a:cxnSpLocks/>
          </p:cNvCxnSpPr>
          <p:nvPr/>
        </p:nvCxnSpPr>
        <p:spPr>
          <a:xfrm>
            <a:off x="7518698" y="3453370"/>
            <a:ext cx="644728" cy="136572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BC7DEEF5-15BF-BFCB-C2CC-854704F46A53}"/>
              </a:ext>
            </a:extLst>
          </p:cNvPr>
          <p:cNvCxnSpPr>
            <a:cxnSpLocks/>
          </p:cNvCxnSpPr>
          <p:nvPr/>
        </p:nvCxnSpPr>
        <p:spPr>
          <a:xfrm flipH="1">
            <a:off x="7742555" y="3723368"/>
            <a:ext cx="439651" cy="324884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D302BC9-9AD9-26D7-0271-841A37C60EBC}"/>
              </a:ext>
            </a:extLst>
          </p:cNvPr>
          <p:cNvGrpSpPr/>
          <p:nvPr/>
        </p:nvGrpSpPr>
        <p:grpSpPr>
          <a:xfrm>
            <a:off x="9810615" y="4003146"/>
            <a:ext cx="1393846" cy="1949628"/>
            <a:chOff x="1524000" y="4231310"/>
            <a:chExt cx="1828800" cy="1943278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A103BC26-C245-BEC1-2501-1C879910432E}"/>
                </a:ext>
              </a:extLst>
            </p:cNvPr>
            <p:cNvCxnSpPr/>
            <p:nvPr/>
          </p:nvCxnSpPr>
          <p:spPr>
            <a:xfrm>
              <a:off x="1524000" y="6174588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0D8DB2DB-ADEE-4998-E7FA-CF14ED77EE06}"/>
                </a:ext>
              </a:extLst>
            </p:cNvPr>
            <p:cNvCxnSpPr/>
            <p:nvPr/>
          </p:nvCxnSpPr>
          <p:spPr>
            <a:xfrm>
              <a:off x="1524000" y="4231310"/>
              <a:ext cx="182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DB153502-7BB5-DB3D-55F3-C4EF4017320A}"/>
              </a:ext>
            </a:extLst>
          </p:cNvPr>
          <p:cNvSpPr txBox="1"/>
          <p:nvPr/>
        </p:nvSpPr>
        <p:spPr>
          <a:xfrm>
            <a:off x="10235266" y="6120840"/>
            <a:ext cx="974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BE47B7B-7517-533D-EF8E-E7119957928C}"/>
              </a:ext>
            </a:extLst>
          </p:cNvPr>
          <p:cNvSpPr txBox="1"/>
          <p:nvPr/>
        </p:nvSpPr>
        <p:spPr>
          <a:xfrm>
            <a:off x="11029078" y="5537132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7/2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9DD4629-FB31-9FE1-9075-94FC10485961}"/>
              </a:ext>
            </a:extLst>
          </p:cNvPr>
          <p:cNvSpPr txBox="1"/>
          <p:nvPr/>
        </p:nvSpPr>
        <p:spPr>
          <a:xfrm>
            <a:off x="11015073" y="4082641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5/2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E21DF01-9B14-08E6-044F-056678A5767A}"/>
              </a:ext>
            </a:extLst>
          </p:cNvPr>
          <p:cNvCxnSpPr/>
          <p:nvPr/>
        </p:nvCxnSpPr>
        <p:spPr>
          <a:xfrm flipV="1">
            <a:off x="10536602" y="4018553"/>
            <a:ext cx="0" cy="1943278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0F4001E5-2CDB-67C4-A833-79868564FC88}"/>
              </a:ext>
            </a:extLst>
          </p:cNvPr>
          <p:cNvCxnSpPr/>
          <p:nvPr/>
        </p:nvCxnSpPr>
        <p:spPr>
          <a:xfrm>
            <a:off x="10895666" y="4021280"/>
            <a:ext cx="0" cy="1943278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B22D256-DFD0-3C30-EB20-E6922949BAAB}"/>
              </a:ext>
            </a:extLst>
          </p:cNvPr>
          <p:cNvSpPr txBox="1"/>
          <p:nvPr/>
        </p:nvSpPr>
        <p:spPr>
          <a:xfrm rot="16200000">
            <a:off x="10373687" y="4884963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GSA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4FA9772-973D-4283-3D88-2D7883850788}"/>
              </a:ext>
            </a:extLst>
          </p:cNvPr>
          <p:cNvSpPr txBox="1"/>
          <p:nvPr/>
        </p:nvSpPr>
        <p:spPr>
          <a:xfrm>
            <a:off x="8971341" y="4593910"/>
            <a:ext cx="12506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1064 nm</a:t>
            </a:r>
          </a:p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7F51FB1-55B7-F7D9-EBBA-A9E514F07B38}"/>
              </a:ext>
            </a:extLst>
          </p:cNvPr>
          <p:cNvGrpSpPr/>
          <p:nvPr/>
        </p:nvGrpSpPr>
        <p:grpSpPr>
          <a:xfrm>
            <a:off x="8697156" y="3588429"/>
            <a:ext cx="1303386" cy="853292"/>
            <a:chOff x="7854356" y="2419165"/>
            <a:chExt cx="2788518" cy="3045454"/>
          </a:xfrm>
        </p:grpSpPr>
        <p:sp>
          <p:nvSpPr>
            <p:cNvPr id="133" name="Arc 132">
              <a:extLst>
                <a:ext uri="{FF2B5EF4-FFF2-40B4-BE49-F238E27FC236}">
                  <a16:creationId xmlns:a16="http://schemas.microsoft.com/office/drawing/2014/main" id="{1783E3B9-A827-B202-7858-BEEF103E040B}"/>
                </a:ext>
              </a:extLst>
            </p:cNvPr>
            <p:cNvSpPr/>
            <p:nvPr/>
          </p:nvSpPr>
          <p:spPr>
            <a:xfrm>
              <a:off x="7854356" y="2419165"/>
              <a:ext cx="2788518" cy="3045454"/>
            </a:xfrm>
            <a:prstGeom prst="arc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4427F94D-808C-5410-E54D-482475E1339F}"/>
                </a:ext>
              </a:extLst>
            </p:cNvPr>
            <p:cNvCxnSpPr>
              <a:stCxn id="133" idx="0"/>
            </p:cNvCxnSpPr>
            <p:nvPr/>
          </p:nvCxnSpPr>
          <p:spPr>
            <a:xfrm flipH="1">
              <a:off x="9232088" y="2419165"/>
              <a:ext cx="1652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6442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2">
            <a:extLst>
              <a:ext uri="{FF2B5EF4-FFF2-40B4-BE49-F238E27FC236}">
                <a16:creationId xmlns:a16="http://schemas.microsoft.com/office/drawing/2014/main" id="{FBE4EC87-8750-92BF-AB29-59FFA867B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738" y="498860"/>
            <a:ext cx="3292190" cy="2875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279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5863C-BD13-20EA-3C44-1B5C0968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AF337F87-5717-2D45-9B54-6113B1DB1C48}"/>
              </a:ext>
            </a:extLst>
          </p:cNvPr>
          <p:cNvGrpSpPr/>
          <p:nvPr/>
        </p:nvGrpSpPr>
        <p:grpSpPr>
          <a:xfrm>
            <a:off x="737756" y="166254"/>
            <a:ext cx="10936050" cy="6417444"/>
            <a:chOff x="1636718" y="166254"/>
            <a:chExt cx="10037088" cy="641744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CCF2BAD-CDA7-7F74-2E0F-A4827FA8AF24}"/>
                </a:ext>
              </a:extLst>
            </p:cNvPr>
            <p:cNvGrpSpPr/>
            <p:nvPr/>
          </p:nvGrpSpPr>
          <p:grpSpPr>
            <a:xfrm>
              <a:off x="2172396" y="166254"/>
              <a:ext cx="531221" cy="5951957"/>
              <a:chOff x="287930" y="353062"/>
              <a:chExt cx="531221" cy="5969972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7A86D1C9-6A57-AEAE-DA92-A4859451F180}"/>
                  </a:ext>
                </a:extLst>
              </p:cNvPr>
              <p:cNvGrpSpPr/>
              <p:nvPr/>
            </p:nvGrpSpPr>
            <p:grpSpPr>
              <a:xfrm flipV="1">
                <a:off x="614363" y="353062"/>
                <a:ext cx="204788" cy="5822436"/>
                <a:chOff x="628650" y="676782"/>
                <a:chExt cx="204788" cy="6083142"/>
              </a:xfrm>
            </p:grpSpPr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FC5CE29F-BFB4-A975-1B8C-B5AA9DDD476B}"/>
                    </a:ext>
                  </a:extLst>
                </p:cNvPr>
                <p:cNvCxnSpPr/>
                <p:nvPr/>
              </p:nvCxnSpPr>
              <p:spPr>
                <a:xfrm>
                  <a:off x="816293" y="676782"/>
                  <a:ext cx="12381" cy="608314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DAB675CD-10F9-96F0-14B9-CC704AB0144D}"/>
                    </a:ext>
                  </a:extLst>
                </p:cNvPr>
                <p:cNvCxnSpPr/>
                <p:nvPr/>
              </p:nvCxnSpPr>
              <p:spPr>
                <a:xfrm>
                  <a:off x="633413" y="683418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3C74648A-1B57-9FF8-C3CD-22912F2E05D0}"/>
                    </a:ext>
                  </a:extLst>
                </p:cNvPr>
                <p:cNvCxnSpPr/>
                <p:nvPr/>
              </p:nvCxnSpPr>
              <p:spPr>
                <a:xfrm>
                  <a:off x="633413" y="1630054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2BA164B4-540C-C7EF-83D3-AB5821577216}"/>
                    </a:ext>
                  </a:extLst>
                </p:cNvPr>
                <p:cNvCxnSpPr/>
                <p:nvPr/>
              </p:nvCxnSpPr>
              <p:spPr>
                <a:xfrm>
                  <a:off x="628650" y="4492159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F1EEC83C-C576-0BE7-7DA3-8A91AA4944DC}"/>
                    </a:ext>
                  </a:extLst>
                </p:cNvPr>
                <p:cNvCxnSpPr/>
                <p:nvPr/>
              </p:nvCxnSpPr>
              <p:spPr>
                <a:xfrm>
                  <a:off x="633413" y="2584627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F779A971-8E96-B6DE-80DF-7F5C316370F0}"/>
                    </a:ext>
                  </a:extLst>
                </p:cNvPr>
                <p:cNvCxnSpPr/>
                <p:nvPr/>
              </p:nvCxnSpPr>
              <p:spPr>
                <a:xfrm>
                  <a:off x="633413" y="3533390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828EF486-52C2-2473-BF7B-669FBAF23823}"/>
                    </a:ext>
                  </a:extLst>
                </p:cNvPr>
                <p:cNvCxnSpPr/>
                <p:nvPr/>
              </p:nvCxnSpPr>
              <p:spPr>
                <a:xfrm>
                  <a:off x="630238" y="6418178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8B517148-088A-CCB4-24C5-2CBC25A2A19A}"/>
                    </a:ext>
                  </a:extLst>
                </p:cNvPr>
                <p:cNvCxnSpPr/>
                <p:nvPr/>
              </p:nvCxnSpPr>
              <p:spPr>
                <a:xfrm>
                  <a:off x="635318" y="5441179"/>
                  <a:ext cx="18288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D89E1DD3-D9EC-0891-B699-E775E480A681}"/>
                    </a:ext>
                  </a:extLst>
                </p:cNvPr>
                <p:cNvCxnSpPr/>
                <p:nvPr/>
              </p:nvCxnSpPr>
              <p:spPr>
                <a:xfrm>
                  <a:off x="681038" y="1148105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57F2720A-4BC5-37D4-8BC5-9E74434CED22}"/>
                    </a:ext>
                  </a:extLst>
                </p:cNvPr>
                <p:cNvCxnSpPr/>
                <p:nvPr/>
              </p:nvCxnSpPr>
              <p:spPr>
                <a:xfrm>
                  <a:off x="691514" y="2125105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9A0AE3F9-68D9-8391-8876-E7895F411FE5}"/>
                    </a:ext>
                  </a:extLst>
                </p:cNvPr>
                <p:cNvCxnSpPr/>
                <p:nvPr/>
              </p:nvCxnSpPr>
              <p:spPr>
                <a:xfrm>
                  <a:off x="681038" y="3999493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DB29A652-9C4A-F9E7-0154-05D2CEFAF15E}"/>
                    </a:ext>
                  </a:extLst>
                </p:cNvPr>
                <p:cNvCxnSpPr/>
                <p:nvPr/>
              </p:nvCxnSpPr>
              <p:spPr>
                <a:xfrm>
                  <a:off x="688658" y="3049030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941AAED8-2792-8D8A-B677-80EDC503C760}"/>
                    </a:ext>
                  </a:extLst>
                </p:cNvPr>
                <p:cNvCxnSpPr/>
                <p:nvPr/>
              </p:nvCxnSpPr>
              <p:spPr>
                <a:xfrm>
                  <a:off x="681038" y="4961186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C3F1DB19-AD10-974B-3FF5-A80952821B81}"/>
                    </a:ext>
                  </a:extLst>
                </p:cNvPr>
                <p:cNvCxnSpPr/>
                <p:nvPr/>
              </p:nvCxnSpPr>
              <p:spPr>
                <a:xfrm>
                  <a:off x="681038" y="5938185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1CB8EC52-4858-9691-62BF-C80CFFA5C8F2}"/>
                    </a:ext>
                  </a:extLst>
                </p:cNvPr>
                <p:cNvCxnSpPr/>
                <p:nvPr/>
              </p:nvCxnSpPr>
              <p:spPr>
                <a:xfrm>
                  <a:off x="696278" y="6754195"/>
                  <a:ext cx="137160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9B83885-F5EE-434C-5623-7F096B7B7276}"/>
                  </a:ext>
                </a:extLst>
              </p:cNvPr>
              <p:cNvSpPr txBox="1"/>
              <p:nvPr/>
            </p:nvSpPr>
            <p:spPr>
              <a:xfrm>
                <a:off x="385568" y="6015257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7701F21-75E4-A640-010B-13E9A160B6E9}"/>
                  </a:ext>
                </a:extLst>
              </p:cNvPr>
              <p:cNvSpPr txBox="1"/>
              <p:nvPr/>
            </p:nvSpPr>
            <p:spPr>
              <a:xfrm>
                <a:off x="287930" y="2368252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3140827-FB6D-90D6-99CC-71C46E965512}"/>
                  </a:ext>
                </a:extLst>
              </p:cNvPr>
              <p:cNvSpPr txBox="1"/>
              <p:nvPr/>
            </p:nvSpPr>
            <p:spPr>
              <a:xfrm>
                <a:off x="338324" y="5109192"/>
                <a:ext cx="2744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1A8082D-A4BD-76B7-A6A8-0E6A0AC34FD0}"/>
                  </a:ext>
                </a:extLst>
              </p:cNvPr>
              <p:cNvSpPr txBox="1"/>
              <p:nvPr/>
            </p:nvSpPr>
            <p:spPr>
              <a:xfrm>
                <a:off x="304893" y="4182325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4534C7A-ACCA-84D2-A062-CF4E3BB9C1DD}"/>
                  </a:ext>
                </a:extLst>
              </p:cNvPr>
              <p:cNvSpPr txBox="1"/>
              <p:nvPr/>
            </p:nvSpPr>
            <p:spPr>
              <a:xfrm>
                <a:off x="304893" y="1453555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EB2602F-86C0-C780-D7E2-92456085F27F}"/>
                  </a:ext>
                </a:extLst>
              </p:cNvPr>
              <p:cNvSpPr txBox="1"/>
              <p:nvPr/>
            </p:nvSpPr>
            <p:spPr>
              <a:xfrm>
                <a:off x="292137" y="3255458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2A9876A-E61F-769D-E41F-176C575BBCFD}"/>
                  </a:ext>
                </a:extLst>
              </p:cNvPr>
              <p:cNvSpPr txBox="1"/>
              <p:nvPr/>
            </p:nvSpPr>
            <p:spPr>
              <a:xfrm>
                <a:off x="288061" y="524416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C139EAA-5786-2423-376D-587F1DA86A93}"/>
                </a:ext>
              </a:extLst>
            </p:cNvPr>
            <p:cNvGrpSpPr/>
            <p:nvPr/>
          </p:nvGrpSpPr>
          <p:grpSpPr>
            <a:xfrm>
              <a:off x="2860425" y="3994089"/>
              <a:ext cx="1828800" cy="1943278"/>
              <a:chOff x="1524000" y="4231310"/>
              <a:chExt cx="1828800" cy="1943278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D718649-C092-AF71-04FC-6808809EEE2A}"/>
                  </a:ext>
                </a:extLst>
              </p:cNvPr>
              <p:cNvCxnSpPr/>
              <p:nvPr/>
            </p:nvCxnSpPr>
            <p:spPr>
              <a:xfrm>
                <a:off x="1524000" y="6174588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D02865A6-84EA-6109-70F3-BDCC20082003}"/>
                  </a:ext>
                </a:extLst>
              </p:cNvPr>
              <p:cNvCxnSpPr/>
              <p:nvPr/>
            </p:nvCxnSpPr>
            <p:spPr>
              <a:xfrm>
                <a:off x="1524000" y="4231310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46A9CAD-4DA5-6EAE-C297-2EB47F0734A3}"/>
                </a:ext>
              </a:extLst>
            </p:cNvPr>
            <p:cNvGrpSpPr/>
            <p:nvPr/>
          </p:nvGrpSpPr>
          <p:grpSpPr>
            <a:xfrm>
              <a:off x="5171113" y="1424639"/>
              <a:ext cx="2266982" cy="4524513"/>
              <a:chOff x="4753429" y="1656428"/>
              <a:chExt cx="1828800" cy="4524513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63ADA4E-7AC1-E63E-828B-1C8A92AC5475}"/>
                  </a:ext>
                </a:extLst>
              </p:cNvPr>
              <p:cNvCxnSpPr/>
              <p:nvPr/>
            </p:nvCxnSpPr>
            <p:spPr>
              <a:xfrm>
                <a:off x="4753429" y="6180941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9D90F22-11E8-804C-1AEF-B360D74CE10C}"/>
                  </a:ext>
                </a:extLst>
              </p:cNvPr>
              <p:cNvCxnSpPr/>
              <p:nvPr/>
            </p:nvCxnSpPr>
            <p:spPr>
              <a:xfrm>
                <a:off x="4753429" y="4258528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001E756-D412-EEAF-8090-55C914E16E52}"/>
                  </a:ext>
                </a:extLst>
              </p:cNvPr>
              <p:cNvCxnSpPr/>
              <p:nvPr/>
            </p:nvCxnSpPr>
            <p:spPr>
              <a:xfrm>
                <a:off x="4753429" y="4850601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EB784DEB-6D1D-8194-D117-A7F3B5FEC711}"/>
                  </a:ext>
                </a:extLst>
              </p:cNvPr>
              <p:cNvCxnSpPr/>
              <p:nvPr/>
            </p:nvCxnSpPr>
            <p:spPr>
              <a:xfrm>
                <a:off x="4753429" y="2694805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97C2FFBF-8541-5250-A0A8-AFB347F09DF0}"/>
                  </a:ext>
                </a:extLst>
              </p:cNvPr>
              <p:cNvCxnSpPr/>
              <p:nvPr/>
            </p:nvCxnSpPr>
            <p:spPr>
              <a:xfrm>
                <a:off x="4753429" y="3475787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873C9F9-57B2-27BB-F56F-2A10DC830D2E}"/>
                  </a:ext>
                </a:extLst>
              </p:cNvPr>
              <p:cNvCxnSpPr/>
              <p:nvPr/>
            </p:nvCxnSpPr>
            <p:spPr>
              <a:xfrm>
                <a:off x="4753429" y="3968417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CB2F8606-A820-521C-F1DF-AADFE79F20D4}"/>
                  </a:ext>
                </a:extLst>
              </p:cNvPr>
              <p:cNvCxnSpPr/>
              <p:nvPr/>
            </p:nvCxnSpPr>
            <p:spPr>
              <a:xfrm>
                <a:off x="4753429" y="1656428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914F3789-1B6C-043F-37CB-965CA5B740B3}"/>
                  </a:ext>
                </a:extLst>
              </p:cNvPr>
              <p:cNvCxnSpPr/>
              <p:nvPr/>
            </p:nvCxnSpPr>
            <p:spPr>
              <a:xfrm>
                <a:off x="4753429" y="2884668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A28959C7-E3E1-567D-AAB4-0B021521C976}"/>
                  </a:ext>
                </a:extLst>
              </p:cNvPr>
              <p:cNvCxnSpPr/>
              <p:nvPr/>
            </p:nvCxnSpPr>
            <p:spPr>
              <a:xfrm>
                <a:off x="4753429" y="1926429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7697D3E7-8E31-7ED4-7EFC-920045DE91D7}"/>
                  </a:ext>
                </a:extLst>
              </p:cNvPr>
              <p:cNvCxnSpPr/>
              <p:nvPr/>
            </p:nvCxnSpPr>
            <p:spPr>
              <a:xfrm>
                <a:off x="4753429" y="2436615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993F59-1C9E-CCCB-DC2C-0AD7D83F3DD9}"/>
                </a:ext>
              </a:extLst>
            </p:cNvPr>
            <p:cNvSpPr txBox="1"/>
            <p:nvPr/>
          </p:nvSpPr>
          <p:spPr>
            <a:xfrm rot="16200000">
              <a:off x="514456" y="2915753"/>
              <a:ext cx="27061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Energy (x 10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cm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1CF395-3399-DA25-D04B-B183B9A1A307}"/>
                </a:ext>
              </a:extLst>
            </p:cNvPr>
            <p:cNvSpPr txBox="1"/>
            <p:nvPr/>
          </p:nvSpPr>
          <p:spPr>
            <a:xfrm>
              <a:off x="7468215" y="5690141"/>
              <a:ext cx="6719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15/2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344394-2C60-68E9-3848-9729200C6F6E}"/>
                </a:ext>
              </a:extLst>
            </p:cNvPr>
            <p:cNvSpPr txBox="1"/>
            <p:nvPr/>
          </p:nvSpPr>
          <p:spPr>
            <a:xfrm>
              <a:off x="7460229" y="3986570"/>
              <a:ext cx="662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11/2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1D0C71-146F-AE0D-35AF-7DDA50296EA4}"/>
                </a:ext>
              </a:extLst>
            </p:cNvPr>
            <p:cNvSpPr txBox="1"/>
            <p:nvPr/>
          </p:nvSpPr>
          <p:spPr>
            <a:xfrm>
              <a:off x="7429268" y="4482751"/>
              <a:ext cx="6719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13/2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1094245-95EE-24FB-4BC9-FBB316EA640B}"/>
                </a:ext>
              </a:extLst>
            </p:cNvPr>
            <p:cNvSpPr txBox="1"/>
            <p:nvPr/>
          </p:nvSpPr>
          <p:spPr>
            <a:xfrm>
              <a:off x="7414847" y="247510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3/2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06334A-E2EC-7C97-F5F7-1DED3F1E810F}"/>
                </a:ext>
              </a:extLst>
            </p:cNvPr>
            <p:cNvSpPr txBox="1"/>
            <p:nvPr/>
          </p:nvSpPr>
          <p:spPr>
            <a:xfrm>
              <a:off x="7280520" y="2894988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9/2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683276-15C7-B844-0928-0AA852C90995}"/>
                </a:ext>
              </a:extLst>
            </p:cNvPr>
            <p:cNvSpPr txBox="1"/>
            <p:nvPr/>
          </p:nvSpPr>
          <p:spPr>
            <a:xfrm>
              <a:off x="3351456" y="6105433"/>
              <a:ext cx="974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Yb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3+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C547C2-8772-264E-17E7-3428B4AC347E}"/>
                </a:ext>
              </a:extLst>
            </p:cNvPr>
            <p:cNvSpPr txBox="1"/>
            <p:nvPr/>
          </p:nvSpPr>
          <p:spPr>
            <a:xfrm>
              <a:off x="6226892" y="6122033"/>
              <a:ext cx="974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Er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3+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B07EC93-D2BB-D7A6-F9C3-129DFB0A522D}"/>
                </a:ext>
              </a:extLst>
            </p:cNvPr>
            <p:cNvSpPr txBox="1"/>
            <p:nvPr/>
          </p:nvSpPr>
          <p:spPr>
            <a:xfrm>
              <a:off x="7471746" y="3490389"/>
              <a:ext cx="587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9/2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0720F8E-872C-FCDB-53B0-20A748A40B12}"/>
                </a:ext>
              </a:extLst>
            </p:cNvPr>
            <p:cNvSpPr txBox="1"/>
            <p:nvPr/>
          </p:nvSpPr>
          <p:spPr>
            <a:xfrm>
              <a:off x="7308623" y="1875282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7/2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D87BFC3-FE2D-8D08-7957-3539BFC48C70}"/>
                </a:ext>
              </a:extLst>
            </p:cNvPr>
            <p:cNvSpPr txBox="1"/>
            <p:nvPr/>
          </p:nvSpPr>
          <p:spPr>
            <a:xfrm>
              <a:off x="7420518" y="2179845"/>
              <a:ext cx="7619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11/2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8EA533C-33AA-44CA-96DA-A391CA27B3D2}"/>
                </a:ext>
              </a:extLst>
            </p:cNvPr>
            <p:cNvSpPr txBox="1"/>
            <p:nvPr/>
          </p:nvSpPr>
          <p:spPr>
            <a:xfrm>
              <a:off x="7407634" y="1393381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3/2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98BC900-171E-37FC-DDF5-7D64712E9347}"/>
                </a:ext>
              </a:extLst>
            </p:cNvPr>
            <p:cNvSpPr txBox="1"/>
            <p:nvPr/>
          </p:nvSpPr>
          <p:spPr>
            <a:xfrm>
              <a:off x="7349284" y="1101194"/>
              <a:ext cx="6864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9/2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FD9365-4C9C-9E4D-8B75-04C11FEE1F2C}"/>
                </a:ext>
              </a:extLst>
            </p:cNvPr>
            <p:cNvSpPr txBox="1"/>
            <p:nvPr/>
          </p:nvSpPr>
          <p:spPr>
            <a:xfrm>
              <a:off x="4517744" y="5640347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7/2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EB6D13F-12AA-42D9-0B36-B47B632E6A07}"/>
                </a:ext>
              </a:extLst>
            </p:cNvPr>
            <p:cNvSpPr txBox="1"/>
            <p:nvPr/>
          </p:nvSpPr>
          <p:spPr>
            <a:xfrm>
              <a:off x="4467632" y="3961783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5/2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6E07FAB-CD54-403A-B9B2-739F9D304893}"/>
                </a:ext>
              </a:extLst>
            </p:cNvPr>
            <p:cNvCxnSpPr/>
            <p:nvPr/>
          </p:nvCxnSpPr>
          <p:spPr>
            <a:xfrm flipV="1">
              <a:off x="3652792" y="4003146"/>
              <a:ext cx="0" cy="194327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2472D75-DF60-09B9-6BEB-120507F48C68}"/>
                </a:ext>
              </a:extLst>
            </p:cNvPr>
            <p:cNvCxnSpPr/>
            <p:nvPr/>
          </p:nvCxnSpPr>
          <p:spPr>
            <a:xfrm>
              <a:off x="4011856" y="4005873"/>
              <a:ext cx="0" cy="1943278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F133DFD4-6954-2088-BD32-480325149F07}"/>
                </a:ext>
              </a:extLst>
            </p:cNvPr>
            <p:cNvSpPr/>
            <p:nvPr/>
          </p:nvSpPr>
          <p:spPr>
            <a:xfrm rot="14329537">
              <a:off x="4432614" y="2970377"/>
              <a:ext cx="949867" cy="1259415"/>
            </a:xfrm>
            <a:prstGeom prst="arc">
              <a:avLst>
                <a:gd name="adj1" fmla="val 16116946"/>
                <a:gd name="adj2" fmla="val 5316624"/>
              </a:avLst>
            </a:prstGeom>
            <a:ln w="25400">
              <a:solidFill>
                <a:schemeClr val="tx1"/>
              </a:solidFill>
              <a:prstDash val="dash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A99E377B-2993-C8D4-068A-EE829B9C24DB}"/>
                </a:ext>
              </a:extLst>
            </p:cNvPr>
            <p:cNvSpPr/>
            <p:nvPr/>
          </p:nvSpPr>
          <p:spPr>
            <a:xfrm rot="16200000">
              <a:off x="4661497" y="3630604"/>
              <a:ext cx="496214" cy="786582"/>
            </a:xfrm>
            <a:prstGeom prst="arc">
              <a:avLst>
                <a:gd name="adj1" fmla="val 16486163"/>
                <a:gd name="adj2" fmla="val 5724375"/>
              </a:avLst>
            </a:prstGeom>
            <a:ln w="25400">
              <a:solidFill>
                <a:schemeClr val="tx1"/>
              </a:solidFill>
              <a:prstDash val="dash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4E2229F-46E2-37ED-AFFA-7D7C5B99F5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7225" y="2193716"/>
              <a:ext cx="0" cy="185874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99ACF03-B794-5D12-E044-503262B879F7}"/>
                </a:ext>
              </a:extLst>
            </p:cNvPr>
            <p:cNvCxnSpPr/>
            <p:nvPr/>
          </p:nvCxnSpPr>
          <p:spPr>
            <a:xfrm flipV="1">
              <a:off x="5341611" y="4075115"/>
              <a:ext cx="0" cy="1839285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4ABBE58-EF66-7C4D-370C-CA9B841831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8565" y="1424639"/>
              <a:ext cx="0" cy="179859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A7C8A88-B5C4-9D3C-C76D-C1B3FEE09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33678" y="1424639"/>
              <a:ext cx="1353" cy="4563232"/>
            </a:xfrm>
            <a:prstGeom prst="straightConnector1">
              <a:avLst/>
            </a:prstGeom>
            <a:ln w="19050">
              <a:solidFill>
                <a:srgbClr val="0070C0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26FDB16-61F7-FC8D-65A6-9D764F4E54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2466" y="2645664"/>
              <a:ext cx="35283" cy="3339808"/>
            </a:xfrm>
            <a:prstGeom prst="straightConnector1">
              <a:avLst/>
            </a:prstGeom>
            <a:ln w="19050">
              <a:solidFill>
                <a:srgbClr val="00B050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B4D6C3B-2421-B27E-11F8-F31A052D841B}"/>
                </a:ext>
              </a:extLst>
            </p:cNvPr>
            <p:cNvSpPr txBox="1"/>
            <p:nvPr/>
          </p:nvSpPr>
          <p:spPr>
            <a:xfrm rot="16200000">
              <a:off x="5981659" y="4946462"/>
              <a:ext cx="10595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560 nm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183C27F-6D78-E852-BCE7-3793B19173F3}"/>
                </a:ext>
              </a:extLst>
            </p:cNvPr>
            <p:cNvSpPr txBox="1"/>
            <p:nvPr/>
          </p:nvSpPr>
          <p:spPr>
            <a:xfrm rot="16200000">
              <a:off x="5527660" y="5157023"/>
              <a:ext cx="10462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412 nm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5442C9D-3648-0705-090A-46112962B286}"/>
                </a:ext>
              </a:extLst>
            </p:cNvPr>
            <p:cNvSpPr txBox="1"/>
            <p:nvPr/>
          </p:nvSpPr>
          <p:spPr>
            <a:xfrm rot="16200000">
              <a:off x="3489877" y="4869556"/>
              <a:ext cx="6062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GSA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7A92760-AE27-9FB9-B958-EF829C9780A7}"/>
                </a:ext>
              </a:extLst>
            </p:cNvPr>
            <p:cNvSpPr txBox="1"/>
            <p:nvPr/>
          </p:nvSpPr>
          <p:spPr>
            <a:xfrm rot="16200000">
              <a:off x="5132525" y="2696756"/>
              <a:ext cx="615670" cy="3375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ESA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365A888-A6AA-443F-222B-DD0368C6ADD1}"/>
                </a:ext>
              </a:extLst>
            </p:cNvPr>
            <p:cNvSpPr txBox="1"/>
            <p:nvPr/>
          </p:nvSpPr>
          <p:spPr>
            <a:xfrm>
              <a:off x="4522972" y="3321112"/>
              <a:ext cx="6046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ETU</a:t>
              </a:r>
            </a:p>
          </p:txBody>
        </p:sp>
        <p:sp>
          <p:nvSpPr>
            <p:cNvPr id="40" name="Lightning Bolt 39">
              <a:extLst>
                <a:ext uri="{FF2B5EF4-FFF2-40B4-BE49-F238E27FC236}">
                  <a16:creationId xmlns:a16="http://schemas.microsoft.com/office/drawing/2014/main" id="{E1E9CA03-5C6F-1F2E-E7F6-E7FCA1225E11}"/>
                </a:ext>
              </a:extLst>
            </p:cNvPr>
            <p:cNvSpPr/>
            <p:nvPr/>
          </p:nvSpPr>
          <p:spPr>
            <a:xfrm rot="20590028">
              <a:off x="2895525" y="4899083"/>
              <a:ext cx="524282" cy="933750"/>
            </a:xfrm>
            <a:prstGeom prst="lightningBol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029581-67F5-7656-C16E-67EF65751CEB}"/>
                </a:ext>
              </a:extLst>
            </p:cNvPr>
            <p:cNvSpPr txBox="1"/>
            <p:nvPr/>
          </p:nvSpPr>
          <p:spPr>
            <a:xfrm>
              <a:off x="2632689" y="4443066"/>
              <a:ext cx="1117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1064 nm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05B3EBB-C93B-AFE5-348C-4841CE8E07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68825" y="3243998"/>
              <a:ext cx="22722" cy="2715826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39CBC4C-9962-D515-6A24-C929ED7FEB63}"/>
                </a:ext>
              </a:extLst>
            </p:cNvPr>
            <p:cNvSpPr txBox="1"/>
            <p:nvPr/>
          </p:nvSpPr>
          <p:spPr>
            <a:xfrm rot="16200000">
              <a:off x="6589712" y="4961851"/>
              <a:ext cx="10595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660 nm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168E2D-7515-A600-7E6F-E7AB1FDAFC00}"/>
                </a:ext>
              </a:extLst>
            </p:cNvPr>
            <p:cNvSpPr txBox="1"/>
            <p:nvPr/>
          </p:nvSpPr>
          <p:spPr>
            <a:xfrm rot="16200000">
              <a:off x="5483473" y="4122601"/>
              <a:ext cx="4796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NR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DEB864E-2E83-0A7F-751A-DC0CCC5930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3947" y="3223238"/>
              <a:ext cx="7474" cy="138181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02F00FC-4CA8-D725-93DA-689C36246A1D}"/>
                </a:ext>
              </a:extLst>
            </p:cNvPr>
            <p:cNvCxnSpPr>
              <a:cxnSpLocks/>
            </p:cNvCxnSpPr>
            <p:nvPr/>
          </p:nvCxnSpPr>
          <p:spPr>
            <a:xfrm>
              <a:off x="5548433" y="4061492"/>
              <a:ext cx="0" cy="535855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C32C935-9895-E36F-A0E1-48D7C46423F9}"/>
                </a:ext>
              </a:extLst>
            </p:cNvPr>
            <p:cNvCxnSpPr>
              <a:cxnSpLocks/>
            </p:cNvCxnSpPr>
            <p:nvPr/>
          </p:nvCxnSpPr>
          <p:spPr>
            <a:xfrm>
              <a:off x="5933089" y="2216945"/>
              <a:ext cx="0" cy="42871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C51C6770-1E6C-7E17-8CCC-598B4F547CE1}"/>
                </a:ext>
              </a:extLst>
            </p:cNvPr>
            <p:cNvCxnSpPr>
              <a:cxnSpLocks/>
            </p:cNvCxnSpPr>
            <p:nvPr/>
          </p:nvCxnSpPr>
          <p:spPr>
            <a:xfrm>
              <a:off x="6113116" y="2680717"/>
              <a:ext cx="0" cy="581308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2D645B35-FB23-8EE6-75A6-E2A009633A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5690" y="5946424"/>
              <a:ext cx="1100208" cy="202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445737D-BE0B-3711-4AA3-DE8E25AC17B4}"/>
                </a:ext>
              </a:extLst>
            </p:cNvPr>
            <p:cNvSpPr txBox="1"/>
            <p:nvPr/>
          </p:nvSpPr>
          <p:spPr>
            <a:xfrm>
              <a:off x="8261349" y="6080057"/>
              <a:ext cx="974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Bi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3+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993CC0C-06EC-29D9-67D1-5C18F6348BDB}"/>
                </a:ext>
              </a:extLst>
            </p:cNvPr>
            <p:cNvSpPr/>
            <p:nvPr/>
          </p:nvSpPr>
          <p:spPr>
            <a:xfrm>
              <a:off x="8198981" y="3795958"/>
              <a:ext cx="924736" cy="46723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FF6495F-D09D-2B78-57FE-96D8E0041C41}"/>
                </a:ext>
              </a:extLst>
            </p:cNvPr>
            <p:cNvSpPr/>
            <p:nvPr/>
          </p:nvSpPr>
          <p:spPr>
            <a:xfrm>
              <a:off x="8177417" y="2988770"/>
              <a:ext cx="935963" cy="49903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0597C87-1669-3756-C0C1-1B759CA9C8DD}"/>
                </a:ext>
              </a:extLst>
            </p:cNvPr>
            <p:cNvSpPr txBox="1"/>
            <p:nvPr/>
          </p:nvSpPr>
          <p:spPr>
            <a:xfrm>
              <a:off x="9135898" y="3741723"/>
              <a:ext cx="5116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4E0213D-D17F-5E2F-58B5-D429A76DC6CF}"/>
                </a:ext>
              </a:extLst>
            </p:cNvPr>
            <p:cNvSpPr txBox="1"/>
            <p:nvPr/>
          </p:nvSpPr>
          <p:spPr>
            <a:xfrm>
              <a:off x="9135898" y="3016537"/>
              <a:ext cx="5116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738B745-9DAB-E47B-79DB-AEDEA3B03D49}"/>
                </a:ext>
              </a:extLst>
            </p:cNvPr>
            <p:cNvSpPr txBox="1"/>
            <p:nvPr/>
          </p:nvSpPr>
          <p:spPr>
            <a:xfrm>
              <a:off x="9036664" y="5585362"/>
              <a:ext cx="5116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5742EE9-D31C-B072-1CB4-415CFD91E7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24929" y="4272002"/>
              <a:ext cx="0" cy="165087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2DC8C322-8A44-A24F-A27E-39D8F17175D3}"/>
                </a:ext>
              </a:extLst>
            </p:cNvPr>
            <p:cNvCxnSpPr>
              <a:cxnSpLocks/>
            </p:cNvCxnSpPr>
            <p:nvPr/>
          </p:nvCxnSpPr>
          <p:spPr>
            <a:xfrm>
              <a:off x="7518698" y="3453370"/>
              <a:ext cx="644728" cy="136572"/>
            </a:xfrm>
            <a:prstGeom prst="straightConnector1">
              <a:avLst/>
            </a:prstGeom>
            <a:ln w="28575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0FA1AFCF-2C2C-86B6-8367-38F7FE0E0F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2555" y="3723368"/>
              <a:ext cx="439651" cy="324884"/>
            </a:xfrm>
            <a:prstGeom prst="straightConnector1">
              <a:avLst/>
            </a:prstGeom>
            <a:ln w="28575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C1FABE9E-5987-58EB-3C95-22EDB8C5BE6E}"/>
                </a:ext>
              </a:extLst>
            </p:cNvPr>
            <p:cNvGrpSpPr/>
            <p:nvPr/>
          </p:nvGrpSpPr>
          <p:grpSpPr>
            <a:xfrm>
              <a:off x="9810615" y="4003146"/>
              <a:ext cx="1393846" cy="1949628"/>
              <a:chOff x="1524000" y="4231310"/>
              <a:chExt cx="1828800" cy="1943278"/>
            </a:xfrm>
          </p:grpSpPr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CA8CFA00-9BD3-0111-6D51-508F105C2F8D}"/>
                  </a:ext>
                </a:extLst>
              </p:cNvPr>
              <p:cNvCxnSpPr/>
              <p:nvPr/>
            </p:nvCxnSpPr>
            <p:spPr>
              <a:xfrm>
                <a:off x="1524000" y="6174588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C35D6B66-D435-1B88-C08F-847409EC136B}"/>
                  </a:ext>
                </a:extLst>
              </p:cNvPr>
              <p:cNvCxnSpPr/>
              <p:nvPr/>
            </p:nvCxnSpPr>
            <p:spPr>
              <a:xfrm>
                <a:off x="1524000" y="4231310"/>
                <a:ext cx="182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7562F27-152D-D10F-3F4C-B18D7BF294E7}"/>
                </a:ext>
              </a:extLst>
            </p:cNvPr>
            <p:cNvSpPr txBox="1"/>
            <p:nvPr/>
          </p:nvSpPr>
          <p:spPr>
            <a:xfrm>
              <a:off x="10235266" y="6120840"/>
              <a:ext cx="974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Yb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3+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17FEE66-6A21-AF20-6CE6-71F9E9DBDF26}"/>
                </a:ext>
              </a:extLst>
            </p:cNvPr>
            <p:cNvSpPr txBox="1"/>
            <p:nvPr/>
          </p:nvSpPr>
          <p:spPr>
            <a:xfrm>
              <a:off x="11029078" y="5537132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7/2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0D75A81-405C-4688-3499-0B139B56B260}"/>
                </a:ext>
              </a:extLst>
            </p:cNvPr>
            <p:cNvSpPr txBox="1"/>
            <p:nvPr/>
          </p:nvSpPr>
          <p:spPr>
            <a:xfrm>
              <a:off x="11015073" y="4082641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5/2</a:t>
              </a:r>
            </a:p>
          </p:txBody>
        </p: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32E0CE98-FDA0-A162-6DB7-46D2D0461996}"/>
                </a:ext>
              </a:extLst>
            </p:cNvPr>
            <p:cNvCxnSpPr/>
            <p:nvPr/>
          </p:nvCxnSpPr>
          <p:spPr>
            <a:xfrm flipV="1">
              <a:off x="10536602" y="4018553"/>
              <a:ext cx="0" cy="194327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899AE39B-49C7-6135-84E5-7089189B228C}"/>
                </a:ext>
              </a:extLst>
            </p:cNvPr>
            <p:cNvCxnSpPr/>
            <p:nvPr/>
          </p:nvCxnSpPr>
          <p:spPr>
            <a:xfrm>
              <a:off x="10895666" y="4021280"/>
              <a:ext cx="0" cy="1943278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304F4B6-DF08-E9D1-B74A-1B131026A957}"/>
                </a:ext>
              </a:extLst>
            </p:cNvPr>
            <p:cNvSpPr txBox="1"/>
            <p:nvPr/>
          </p:nvSpPr>
          <p:spPr>
            <a:xfrm rot="16200000">
              <a:off x="10373687" y="4884963"/>
              <a:ext cx="6062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GSA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52CB7A2-CCD5-F562-9B4D-3DF45F4C350C}"/>
                </a:ext>
              </a:extLst>
            </p:cNvPr>
            <p:cNvSpPr txBox="1"/>
            <p:nvPr/>
          </p:nvSpPr>
          <p:spPr>
            <a:xfrm>
              <a:off x="8971341" y="4593910"/>
              <a:ext cx="125066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1064 nm</a:t>
              </a:r>
            </a:p>
            <a:p>
              <a:r>
                <a:rPr 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excitation</a:t>
              </a:r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E5623F2A-D447-95D1-1089-6CC826247099}"/>
                </a:ext>
              </a:extLst>
            </p:cNvPr>
            <p:cNvGrpSpPr/>
            <p:nvPr/>
          </p:nvGrpSpPr>
          <p:grpSpPr>
            <a:xfrm>
              <a:off x="8697156" y="3588429"/>
              <a:ext cx="1303386" cy="853292"/>
              <a:chOff x="7854356" y="2419165"/>
              <a:chExt cx="2788518" cy="3045454"/>
            </a:xfrm>
          </p:grpSpPr>
          <p:sp>
            <p:nvSpPr>
              <p:cNvPr id="133" name="Arc 132">
                <a:extLst>
                  <a:ext uri="{FF2B5EF4-FFF2-40B4-BE49-F238E27FC236}">
                    <a16:creationId xmlns:a16="http://schemas.microsoft.com/office/drawing/2014/main" id="{321FB887-9EF0-7748-067F-47BE85A563C5}"/>
                  </a:ext>
                </a:extLst>
              </p:cNvPr>
              <p:cNvSpPr/>
              <p:nvPr/>
            </p:nvSpPr>
            <p:spPr>
              <a:xfrm>
                <a:off x="7854356" y="2419165"/>
                <a:ext cx="2788518" cy="3045454"/>
              </a:xfrm>
              <a:prstGeom prst="arc">
                <a:avLst/>
              </a:prstGeom>
              <a:ln w="190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5DB4CDB0-DC80-5B98-F050-7CBDB60F5EF5}"/>
                  </a:ext>
                </a:extLst>
              </p:cNvPr>
              <p:cNvCxnSpPr>
                <a:stCxn id="133" idx="0"/>
              </p:cNvCxnSpPr>
              <p:nvPr/>
            </p:nvCxnSpPr>
            <p:spPr>
              <a:xfrm flipH="1">
                <a:off x="9232088" y="2419165"/>
                <a:ext cx="1652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65700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AA2C9CF-B452-E540-182C-2AC472803381}"/>
              </a:ext>
            </a:extLst>
          </p:cNvPr>
          <p:cNvGrpSpPr/>
          <p:nvPr/>
        </p:nvGrpSpPr>
        <p:grpSpPr>
          <a:xfrm>
            <a:off x="2150918" y="716973"/>
            <a:ext cx="7284028" cy="5818910"/>
            <a:chOff x="2150918" y="716973"/>
            <a:chExt cx="7284028" cy="581891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CFEFF0F-B5B5-6F7E-4677-416A6E1C4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9" t="10455" r="12743" b="4697"/>
            <a:stretch>
              <a:fillRect/>
            </a:stretch>
          </p:blipFill>
          <p:spPr>
            <a:xfrm>
              <a:off x="2150918" y="716973"/>
              <a:ext cx="7284028" cy="581891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E063AFC-DBC1-6D67-A350-8B7377594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9" t="9091" r="12743" b="4697"/>
            <a:stretch>
              <a:fillRect/>
            </a:stretch>
          </p:blipFill>
          <p:spPr>
            <a:xfrm>
              <a:off x="6785264" y="800100"/>
              <a:ext cx="2493818" cy="35848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0352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D105D6-EC2A-7CA7-726B-694B8BCB83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43" t="19165" r="24116" b="25151"/>
          <a:stretch>
            <a:fillRect/>
          </a:stretch>
        </p:blipFill>
        <p:spPr>
          <a:xfrm>
            <a:off x="1322439" y="1269936"/>
            <a:ext cx="3657600" cy="33221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3435FC-16CE-4048-1D42-D625424532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20" t="16614" r="30528" b="24362"/>
          <a:stretch>
            <a:fillRect/>
          </a:stretch>
        </p:blipFill>
        <p:spPr>
          <a:xfrm>
            <a:off x="6096000" y="1197540"/>
            <a:ext cx="3657600" cy="354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14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C8D2249-9A4B-4EAF-59F2-D697A09C759C}"/>
              </a:ext>
            </a:extLst>
          </p:cNvPr>
          <p:cNvGrpSpPr/>
          <p:nvPr/>
        </p:nvGrpSpPr>
        <p:grpSpPr>
          <a:xfrm>
            <a:off x="2431471" y="758103"/>
            <a:ext cx="6643601" cy="5132705"/>
            <a:chOff x="1506681" y="1589376"/>
            <a:chExt cx="6643601" cy="513270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813DDDF-DF06-D07C-CA48-F38FB509C6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51" t="10773" r="10925" b="4779"/>
            <a:stretch>
              <a:fillRect/>
            </a:stretch>
          </p:blipFill>
          <p:spPr bwMode="auto">
            <a:xfrm>
              <a:off x="1506681" y="1589376"/>
              <a:ext cx="6643601" cy="513270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BCFA63F-2193-A9B1-C306-7433B1410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806" t="26131" r="34305" b="36074"/>
            <a:stretch>
              <a:fillRect/>
            </a:stretch>
          </p:blipFill>
          <p:spPr>
            <a:xfrm>
              <a:off x="5682487" y="1735283"/>
              <a:ext cx="2121085" cy="20366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9265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14668A3-B5A0-0736-AE86-67F987EDAF11}"/>
              </a:ext>
            </a:extLst>
          </p:cNvPr>
          <p:cNvGrpSpPr/>
          <p:nvPr/>
        </p:nvGrpSpPr>
        <p:grpSpPr>
          <a:xfrm>
            <a:off x="1631373" y="633845"/>
            <a:ext cx="7886700" cy="6224155"/>
            <a:chOff x="883227" y="904009"/>
            <a:chExt cx="7886700" cy="622415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42B5DEA-24C1-86F0-1120-1960D01A5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43" t="9990" r="11358" b="4515"/>
            <a:stretch>
              <a:fillRect/>
            </a:stretch>
          </p:blipFill>
          <p:spPr>
            <a:xfrm>
              <a:off x="883227" y="904009"/>
              <a:ext cx="7886700" cy="622415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A325881-7EDB-D791-68A9-4FF7A1EEA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84" t="7622" r="9115" b="2744"/>
            <a:stretch>
              <a:fillRect/>
            </a:stretch>
          </p:blipFill>
          <p:spPr>
            <a:xfrm>
              <a:off x="5777345" y="1101436"/>
              <a:ext cx="2733444" cy="39901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7957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3178</TotalTime>
  <Words>239</Words>
  <Application>Microsoft Office PowerPoint</Application>
  <PresentationFormat>Widescreen</PresentationFormat>
  <Paragraphs>176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Gunaseelan Murugan</dc:creator>
  <cp:lastModifiedBy>Optical Tweezer</cp:lastModifiedBy>
  <cp:revision>32</cp:revision>
  <dcterms:created xsi:type="dcterms:W3CDTF">2025-11-12T11:01:45Z</dcterms:created>
  <dcterms:modified xsi:type="dcterms:W3CDTF">2026-02-04T07:00:54Z</dcterms:modified>
</cp:coreProperties>
</file>