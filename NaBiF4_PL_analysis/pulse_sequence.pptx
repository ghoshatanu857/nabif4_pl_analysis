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3" r:id="rId2"/>
    <p:sldId id="272" r:id="rId3"/>
    <p:sldId id="259" r:id="rId4"/>
    <p:sldId id="260" r:id="rId5"/>
    <p:sldId id="261" r:id="rId6"/>
    <p:sldId id="280" r:id="rId7"/>
    <p:sldId id="257" r:id="rId8"/>
    <p:sldId id="278" r:id="rId9"/>
    <p:sldId id="269" r:id="rId10"/>
    <p:sldId id="262" r:id="rId11"/>
    <p:sldId id="274" r:id="rId12"/>
    <p:sldId id="279" r:id="rId13"/>
    <p:sldId id="270" r:id="rId14"/>
    <p:sldId id="276" r:id="rId15"/>
    <p:sldId id="264" r:id="rId16"/>
    <p:sldId id="277" r:id="rId17"/>
    <p:sldId id="265" r:id="rId18"/>
    <p:sldId id="275" r:id="rId19"/>
    <p:sldId id="267" r:id="rId20"/>
    <p:sldId id="268" r:id="rId21"/>
    <p:sldId id="271" r:id="rId22"/>
    <p:sldId id="266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42" userDrawn="1">
          <p15:clr>
            <a:srgbClr val="A4A3A4"/>
          </p15:clr>
        </p15:guide>
        <p15:guide id="2" pos="413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38A3"/>
    <a:srgbClr val="F250DB"/>
    <a:srgbClr val="C3137C"/>
    <a:srgbClr val="41719C"/>
    <a:srgbClr val="1F77B4"/>
    <a:srgbClr val="1C75B3"/>
    <a:srgbClr val="FF7E0C"/>
    <a:srgbClr val="FFA500"/>
    <a:srgbClr val="008080"/>
    <a:srgbClr val="940E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63" autoAdjust="0"/>
    <p:restoredTop sz="94660"/>
  </p:normalViewPr>
  <p:slideViewPr>
    <p:cSldViewPr snapToGrid="0" showGuides="1">
      <p:cViewPr>
        <p:scale>
          <a:sx n="100" d="100"/>
          <a:sy n="100" d="100"/>
        </p:scale>
        <p:origin x="798" y="186"/>
      </p:cViewPr>
      <p:guideLst>
        <p:guide orient="horz" pos="1842"/>
        <p:guide pos="413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36735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072849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98597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44101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90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90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184885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350354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63496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90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145566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90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95652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1735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325335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7465F7-512E-48F4-BF26-2BF4FC2D3885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1985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14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14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5.jp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Relationship Id="rId9" Type="http://schemas.openxmlformats.org/officeDocument/2006/relationships/image" Target="../media/image48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13" Type="http://schemas.openxmlformats.org/officeDocument/2006/relationships/image" Target="../media/image60.png"/><Relationship Id="rId18" Type="http://schemas.openxmlformats.org/officeDocument/2006/relationships/image" Target="../media/image65.png"/><Relationship Id="rId3" Type="http://schemas.openxmlformats.org/officeDocument/2006/relationships/image" Target="../media/image50.png"/><Relationship Id="rId21" Type="http://schemas.openxmlformats.org/officeDocument/2006/relationships/image" Target="../media/image68.png"/><Relationship Id="rId7" Type="http://schemas.openxmlformats.org/officeDocument/2006/relationships/image" Target="../media/image54.png"/><Relationship Id="rId12" Type="http://schemas.openxmlformats.org/officeDocument/2006/relationships/image" Target="../media/image59.png"/><Relationship Id="rId17" Type="http://schemas.openxmlformats.org/officeDocument/2006/relationships/image" Target="../media/image64.png"/><Relationship Id="rId2" Type="http://schemas.openxmlformats.org/officeDocument/2006/relationships/image" Target="../media/image49.png"/><Relationship Id="rId16" Type="http://schemas.openxmlformats.org/officeDocument/2006/relationships/image" Target="../media/image63.png"/><Relationship Id="rId20" Type="http://schemas.openxmlformats.org/officeDocument/2006/relationships/image" Target="../media/image6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3.png"/><Relationship Id="rId11" Type="http://schemas.openxmlformats.org/officeDocument/2006/relationships/image" Target="../media/image58.png"/><Relationship Id="rId5" Type="http://schemas.openxmlformats.org/officeDocument/2006/relationships/image" Target="../media/image52.png"/><Relationship Id="rId15" Type="http://schemas.openxmlformats.org/officeDocument/2006/relationships/image" Target="../media/image62.png"/><Relationship Id="rId10" Type="http://schemas.openxmlformats.org/officeDocument/2006/relationships/image" Target="../media/image57.png"/><Relationship Id="rId19" Type="http://schemas.openxmlformats.org/officeDocument/2006/relationships/image" Target="../media/image66.png"/><Relationship Id="rId4" Type="http://schemas.openxmlformats.org/officeDocument/2006/relationships/image" Target="../media/image51.png"/><Relationship Id="rId9" Type="http://schemas.openxmlformats.org/officeDocument/2006/relationships/image" Target="../media/image56.png"/><Relationship Id="rId14" Type="http://schemas.openxmlformats.org/officeDocument/2006/relationships/image" Target="../media/image61.png"/><Relationship Id="rId22" Type="http://schemas.openxmlformats.org/officeDocument/2006/relationships/image" Target="../media/image6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7" Type="http://schemas.openxmlformats.org/officeDocument/2006/relationships/image" Target="../media/image75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5.png"/><Relationship Id="rId5" Type="http://schemas.openxmlformats.org/officeDocument/2006/relationships/image" Target="../media/image76.png"/><Relationship Id="rId4" Type="http://schemas.openxmlformats.org/officeDocument/2006/relationships/image" Target="../media/image7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1.png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4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png"/><Relationship Id="rId3" Type="http://schemas.openxmlformats.org/officeDocument/2006/relationships/image" Target="../media/image86.png"/><Relationship Id="rId7" Type="http://schemas.openxmlformats.org/officeDocument/2006/relationships/image" Target="../media/image90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9.png"/><Relationship Id="rId5" Type="http://schemas.openxmlformats.org/officeDocument/2006/relationships/image" Target="../media/image88.png"/><Relationship Id="rId4" Type="http://schemas.openxmlformats.org/officeDocument/2006/relationships/image" Target="../media/image87.png"/><Relationship Id="rId9" Type="http://schemas.openxmlformats.org/officeDocument/2006/relationships/image" Target="../media/image9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6.png"/><Relationship Id="rId4" Type="http://schemas.openxmlformats.org/officeDocument/2006/relationships/image" Target="../media/image9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Cube 112"/>
          <p:cNvSpPr/>
          <p:nvPr/>
        </p:nvSpPr>
        <p:spPr>
          <a:xfrm>
            <a:off x="4945100" y="4983129"/>
            <a:ext cx="2080009" cy="1260065"/>
          </a:xfrm>
          <a:prstGeom prst="cube">
            <a:avLst/>
          </a:prstGeom>
          <a:solidFill>
            <a:schemeClr val="tx1">
              <a:lumMod val="95000"/>
              <a:lumOff val="5000"/>
              <a:alpha val="67000"/>
            </a:schemeClr>
          </a:solidFill>
          <a:ln>
            <a:solidFill>
              <a:schemeClr val="bg1">
                <a:lumMod val="95000"/>
              </a:schemeClr>
            </a:solidFill>
          </a:ln>
          <a:scene3d>
            <a:camera prst="orthographicFront">
              <a:rot lat="1200000" lon="0" rev="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1" name="Rectangle 90"/>
          <p:cNvSpPr/>
          <p:nvPr/>
        </p:nvSpPr>
        <p:spPr>
          <a:xfrm>
            <a:off x="6534129" y="1614685"/>
            <a:ext cx="1858945" cy="729538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0"/>
                  <a:lumOff val="100000"/>
                  <a:alpha val="0"/>
                </a:schemeClr>
              </a:gs>
              <a:gs pos="22000">
                <a:schemeClr val="accent5">
                  <a:lumMod val="0"/>
                  <a:lumOff val="100000"/>
                </a:schemeClr>
              </a:gs>
              <a:gs pos="42000">
                <a:schemeClr val="accent5">
                  <a:lumMod val="100000"/>
                </a:schemeClr>
              </a:gs>
            </a:gsLst>
            <a:path path="circle">
              <a:fillToRect l="50000" t="-80000" r="50000" b="180000"/>
            </a:path>
            <a:tileRect/>
          </a:gradFill>
          <a:ln>
            <a:solidFill>
              <a:schemeClr val="tx1">
                <a:alpha val="99000"/>
              </a:schemeClr>
            </a:solidFill>
          </a:ln>
          <a:scene3d>
            <a:camera prst="orthographicFront">
              <a:rot lat="19106325" lon="2515816" rev="19752576"/>
            </a:camera>
            <a:lightRig rig="threePt" dir="t"/>
          </a:scene3d>
          <a:sp3d>
            <a:bevelT w="152400" h="50800" prst="softRound"/>
          </a:sp3d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90" name="Picture 89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40423B"/>
              </a:clrFrom>
              <a:clrTo>
                <a:srgbClr val="40423B">
                  <a:alpha val="0"/>
                </a:srgbClr>
              </a:clrTo>
            </a:clrChange>
          </a:blip>
          <a:srcRect l="20396" t="35392" r="20491" b="20028"/>
          <a:stretch/>
        </p:blipFill>
        <p:spPr>
          <a:xfrm>
            <a:off x="7263079" y="1817882"/>
            <a:ext cx="401040" cy="316316"/>
          </a:xfrm>
          <a:prstGeom prst="hexagon">
            <a:avLst/>
          </a:prstGeom>
          <a:scene3d>
            <a:camera prst="orthographicFront">
              <a:rot lat="600004" lon="600000" rev="0"/>
            </a:camera>
            <a:lightRig rig="threePt" dir="t"/>
          </a:scene3d>
        </p:spPr>
      </p:pic>
      <p:sp>
        <p:nvSpPr>
          <p:cNvPr id="88" name="Rectangle 87"/>
          <p:cNvSpPr/>
          <p:nvPr/>
        </p:nvSpPr>
        <p:spPr>
          <a:xfrm>
            <a:off x="6060002" y="1052420"/>
            <a:ext cx="3068442" cy="991333"/>
          </a:xfrm>
          <a:prstGeom prst="rect">
            <a:avLst/>
          </a:prstGeom>
          <a:gradFill>
            <a:gsLst>
              <a:gs pos="26000">
                <a:schemeClr val="accent5">
                  <a:lumMod val="74000"/>
                  <a:lumOff val="26000"/>
                  <a:alpha val="60000"/>
                </a:schemeClr>
              </a:gs>
              <a:gs pos="95000">
                <a:schemeClr val="bg1">
                  <a:lumMod val="50000"/>
                </a:schemeClr>
              </a:gs>
            </a:gsLst>
            <a:path path="circle">
              <a:fillToRect l="50000" t="-80000" r="50000" b="180000"/>
            </a:path>
          </a:gradFill>
          <a:ln>
            <a:solidFill>
              <a:schemeClr val="tx1">
                <a:alpha val="99000"/>
              </a:schemeClr>
            </a:solidFill>
          </a:ln>
          <a:scene3d>
            <a:camera prst="orthographicFront">
              <a:rot lat="19106330" lon="2515816" rev="19752584"/>
            </a:camera>
            <a:lightRig rig="threePt" dir="t"/>
          </a:scene3d>
          <a:sp3d>
            <a:bevelT w="152400" h="50800" prst="softRound"/>
          </a:sp3d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3" name="Rectangle 82"/>
          <p:cNvSpPr/>
          <p:nvPr/>
        </p:nvSpPr>
        <p:spPr>
          <a:xfrm>
            <a:off x="8376628" y="5251861"/>
            <a:ext cx="3068442" cy="991333"/>
          </a:xfrm>
          <a:prstGeom prst="rect">
            <a:avLst/>
          </a:prstGeom>
          <a:gradFill flip="none" rotWithShape="1">
            <a:gsLst>
              <a:gs pos="56000">
                <a:schemeClr val="accent3">
                  <a:alpha val="9000"/>
                  <a:lumMod val="0"/>
                  <a:lumOff val="100000"/>
                </a:schemeClr>
              </a:gs>
              <a:gs pos="96000">
                <a:schemeClr val="accent3">
                  <a:lumMod val="45000"/>
                  <a:lumOff val="55000"/>
                </a:schemeClr>
              </a:gs>
              <a:gs pos="24000">
                <a:schemeClr val="accent3">
                  <a:lumMod val="30000"/>
                  <a:lumOff val="70000"/>
                </a:schemeClr>
              </a:gs>
            </a:gsLst>
            <a:path path="rect">
              <a:fillToRect l="50000" t="50000" r="50000" b="50000"/>
            </a:path>
            <a:tileRect/>
          </a:gradFill>
          <a:ln>
            <a:solidFill>
              <a:schemeClr val="tx1">
                <a:alpha val="99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4" name="Rectangle 83"/>
          <p:cNvSpPr/>
          <p:nvPr/>
        </p:nvSpPr>
        <p:spPr>
          <a:xfrm>
            <a:off x="9375111" y="5283664"/>
            <a:ext cx="1195754" cy="919336"/>
          </a:xfrm>
          <a:prstGeom prst="rect">
            <a:avLst/>
          </a:prstGeom>
          <a:pattFill prst="pct60">
            <a:fgClr>
              <a:schemeClr val="accent6">
                <a:lumMod val="20000"/>
                <a:lumOff val="80000"/>
              </a:schemeClr>
            </a:fgClr>
            <a:bgClr>
              <a:schemeClr val="bg1"/>
            </a:bgClr>
          </a:pattFill>
          <a:ln>
            <a:solidFill>
              <a:schemeClr val="accent1">
                <a:shade val="50000"/>
                <a:alpha val="9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77" name="Group 76"/>
          <p:cNvGrpSpPr/>
          <p:nvPr/>
        </p:nvGrpSpPr>
        <p:grpSpPr>
          <a:xfrm>
            <a:off x="8578633" y="2356925"/>
            <a:ext cx="849895" cy="622089"/>
            <a:chOff x="8578631" y="2356923"/>
            <a:chExt cx="849895" cy="622089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8671860" y="2822942"/>
              <a:ext cx="688408" cy="0"/>
            </a:xfrm>
            <a:prstGeom prst="line">
              <a:avLst/>
            </a:prstGeom>
            <a:ln w="12700"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6" name="Group 75"/>
            <p:cNvGrpSpPr/>
            <p:nvPr/>
          </p:nvGrpSpPr>
          <p:grpSpPr>
            <a:xfrm>
              <a:off x="8578631" y="2356923"/>
              <a:ext cx="849895" cy="622089"/>
              <a:chOff x="8594101" y="2342022"/>
              <a:chExt cx="849895" cy="622089"/>
            </a:xfrm>
          </p:grpSpPr>
          <p:grpSp>
            <p:nvGrpSpPr>
              <p:cNvPr id="75" name="Group 74"/>
              <p:cNvGrpSpPr/>
              <p:nvPr/>
            </p:nvGrpSpPr>
            <p:grpSpPr>
              <a:xfrm>
                <a:off x="8684993" y="2342022"/>
                <a:ext cx="679475" cy="513869"/>
                <a:chOff x="8684993" y="2342022"/>
                <a:chExt cx="679475" cy="513869"/>
              </a:xfrm>
            </p:grpSpPr>
            <p:sp>
              <p:nvSpPr>
                <p:cNvPr id="43" name="Freeform 42"/>
                <p:cNvSpPr/>
                <p:nvPr/>
              </p:nvSpPr>
              <p:spPr>
                <a:xfrm>
                  <a:off x="8692221" y="2395727"/>
                  <a:ext cx="672247" cy="419759"/>
                </a:xfrm>
                <a:custGeom>
                  <a:avLst/>
                  <a:gdLst>
                    <a:gd name="connsiteX0" fmla="*/ 0 w 672247"/>
                    <a:gd name="connsiteY0" fmla="*/ 405302 h 419759"/>
                    <a:gd name="connsiteX1" fmla="*/ 90356 w 672247"/>
                    <a:gd name="connsiteY1" fmla="*/ 390845 h 419759"/>
                    <a:gd name="connsiteX2" fmla="*/ 108427 w 672247"/>
                    <a:gd name="connsiteY2" fmla="*/ 314946 h 419759"/>
                    <a:gd name="connsiteX3" fmla="*/ 119270 w 672247"/>
                    <a:gd name="connsiteY3" fmla="*/ 394459 h 419759"/>
                    <a:gd name="connsiteX4" fmla="*/ 169869 w 672247"/>
                    <a:gd name="connsiteY4" fmla="*/ 387231 h 419759"/>
                    <a:gd name="connsiteX5" fmla="*/ 180712 w 672247"/>
                    <a:gd name="connsiteY5" fmla="*/ 408916 h 419759"/>
                    <a:gd name="connsiteX6" fmla="*/ 202397 w 672247"/>
                    <a:gd name="connsiteY6" fmla="*/ 372774 h 419759"/>
                    <a:gd name="connsiteX7" fmla="*/ 234925 w 672247"/>
                    <a:gd name="connsiteY7" fmla="*/ 401687 h 419759"/>
                    <a:gd name="connsiteX8" fmla="*/ 234925 w 672247"/>
                    <a:gd name="connsiteY8" fmla="*/ 282418 h 419759"/>
                    <a:gd name="connsiteX9" fmla="*/ 260225 w 672247"/>
                    <a:gd name="connsiteY9" fmla="*/ 343860 h 419759"/>
                    <a:gd name="connsiteX10" fmla="*/ 252996 w 672247"/>
                    <a:gd name="connsiteY10" fmla="*/ 231819 h 419759"/>
                    <a:gd name="connsiteX11" fmla="*/ 249382 w 672247"/>
                    <a:gd name="connsiteY11" fmla="*/ 170377 h 419759"/>
                    <a:gd name="connsiteX12" fmla="*/ 274682 w 672247"/>
                    <a:gd name="connsiteY12" fmla="*/ 231819 h 419759"/>
                    <a:gd name="connsiteX13" fmla="*/ 296367 w 672247"/>
                    <a:gd name="connsiteY13" fmla="*/ 390845 h 419759"/>
                    <a:gd name="connsiteX14" fmla="*/ 332509 w 672247"/>
                    <a:gd name="connsiteY14" fmla="*/ 354702 h 419759"/>
                    <a:gd name="connsiteX15" fmla="*/ 357809 w 672247"/>
                    <a:gd name="connsiteY15" fmla="*/ 387231 h 419759"/>
                    <a:gd name="connsiteX16" fmla="*/ 393951 w 672247"/>
                    <a:gd name="connsiteY16" fmla="*/ 380002 h 419759"/>
                    <a:gd name="connsiteX17" fmla="*/ 393951 w 672247"/>
                    <a:gd name="connsiteY17" fmla="*/ 336631 h 419759"/>
                    <a:gd name="connsiteX18" fmla="*/ 390337 w 672247"/>
                    <a:gd name="connsiteY18" fmla="*/ 14965 h 419759"/>
                    <a:gd name="connsiteX19" fmla="*/ 408408 w 672247"/>
                    <a:gd name="connsiteY19" fmla="*/ 87249 h 419759"/>
                    <a:gd name="connsiteX20" fmla="*/ 426479 w 672247"/>
                    <a:gd name="connsiteY20" fmla="*/ 387231 h 419759"/>
                    <a:gd name="connsiteX21" fmla="*/ 469850 w 672247"/>
                    <a:gd name="connsiteY21" fmla="*/ 383616 h 419759"/>
                    <a:gd name="connsiteX22" fmla="*/ 495150 w 672247"/>
                    <a:gd name="connsiteY22" fmla="*/ 401687 h 419759"/>
                    <a:gd name="connsiteX23" fmla="*/ 531292 w 672247"/>
                    <a:gd name="connsiteY23" fmla="*/ 376388 h 419759"/>
                    <a:gd name="connsiteX24" fmla="*/ 549363 w 672247"/>
                    <a:gd name="connsiteY24" fmla="*/ 387231 h 419759"/>
                    <a:gd name="connsiteX25" fmla="*/ 607191 w 672247"/>
                    <a:gd name="connsiteY25" fmla="*/ 372774 h 419759"/>
                    <a:gd name="connsiteX26" fmla="*/ 636105 w 672247"/>
                    <a:gd name="connsiteY26" fmla="*/ 390845 h 419759"/>
                    <a:gd name="connsiteX27" fmla="*/ 672247 w 672247"/>
                    <a:gd name="connsiteY27" fmla="*/ 419759 h 4197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672247" h="419759">
                      <a:moveTo>
                        <a:pt x="0" y="405302"/>
                      </a:moveTo>
                      <a:cubicBezTo>
                        <a:pt x="36142" y="405603"/>
                        <a:pt x="72285" y="405904"/>
                        <a:pt x="90356" y="390845"/>
                      </a:cubicBezTo>
                      <a:cubicBezTo>
                        <a:pt x="108427" y="375786"/>
                        <a:pt x="103608" y="314344"/>
                        <a:pt x="108427" y="314946"/>
                      </a:cubicBezTo>
                      <a:cubicBezTo>
                        <a:pt x="113246" y="315548"/>
                        <a:pt x="109030" y="382412"/>
                        <a:pt x="119270" y="394459"/>
                      </a:cubicBezTo>
                      <a:cubicBezTo>
                        <a:pt x="129510" y="406506"/>
                        <a:pt x="159629" y="384822"/>
                        <a:pt x="169869" y="387231"/>
                      </a:cubicBezTo>
                      <a:cubicBezTo>
                        <a:pt x="180109" y="389640"/>
                        <a:pt x="175291" y="411326"/>
                        <a:pt x="180712" y="408916"/>
                      </a:cubicBezTo>
                      <a:cubicBezTo>
                        <a:pt x="186133" y="406507"/>
                        <a:pt x="193362" y="373979"/>
                        <a:pt x="202397" y="372774"/>
                      </a:cubicBezTo>
                      <a:cubicBezTo>
                        <a:pt x="211432" y="371569"/>
                        <a:pt x="229504" y="416746"/>
                        <a:pt x="234925" y="401687"/>
                      </a:cubicBezTo>
                      <a:cubicBezTo>
                        <a:pt x="240346" y="386628"/>
                        <a:pt x="230708" y="292056"/>
                        <a:pt x="234925" y="282418"/>
                      </a:cubicBezTo>
                      <a:cubicBezTo>
                        <a:pt x="239142" y="272780"/>
                        <a:pt x="257213" y="352293"/>
                        <a:pt x="260225" y="343860"/>
                      </a:cubicBezTo>
                      <a:cubicBezTo>
                        <a:pt x="263237" y="335427"/>
                        <a:pt x="254803" y="260733"/>
                        <a:pt x="252996" y="231819"/>
                      </a:cubicBezTo>
                      <a:cubicBezTo>
                        <a:pt x="251189" y="202905"/>
                        <a:pt x="245768" y="170377"/>
                        <a:pt x="249382" y="170377"/>
                      </a:cubicBezTo>
                      <a:cubicBezTo>
                        <a:pt x="252996" y="170377"/>
                        <a:pt x="266851" y="195074"/>
                        <a:pt x="274682" y="231819"/>
                      </a:cubicBezTo>
                      <a:cubicBezTo>
                        <a:pt x="282513" y="268564"/>
                        <a:pt x="286729" y="370364"/>
                        <a:pt x="296367" y="390845"/>
                      </a:cubicBezTo>
                      <a:cubicBezTo>
                        <a:pt x="306005" y="411326"/>
                        <a:pt x="322269" y="355304"/>
                        <a:pt x="332509" y="354702"/>
                      </a:cubicBezTo>
                      <a:cubicBezTo>
                        <a:pt x="342749" y="354100"/>
                        <a:pt x="347569" y="383014"/>
                        <a:pt x="357809" y="387231"/>
                      </a:cubicBezTo>
                      <a:cubicBezTo>
                        <a:pt x="368049" y="391448"/>
                        <a:pt x="387927" y="388435"/>
                        <a:pt x="393951" y="380002"/>
                      </a:cubicBezTo>
                      <a:cubicBezTo>
                        <a:pt x="399975" y="371569"/>
                        <a:pt x="394553" y="397470"/>
                        <a:pt x="393951" y="336631"/>
                      </a:cubicBezTo>
                      <a:cubicBezTo>
                        <a:pt x="393349" y="275792"/>
                        <a:pt x="387928" y="56529"/>
                        <a:pt x="390337" y="14965"/>
                      </a:cubicBezTo>
                      <a:cubicBezTo>
                        <a:pt x="392747" y="-26599"/>
                        <a:pt x="402384" y="25205"/>
                        <a:pt x="408408" y="87249"/>
                      </a:cubicBezTo>
                      <a:cubicBezTo>
                        <a:pt x="414432" y="149293"/>
                        <a:pt x="416239" y="337837"/>
                        <a:pt x="426479" y="387231"/>
                      </a:cubicBezTo>
                      <a:cubicBezTo>
                        <a:pt x="436719" y="436625"/>
                        <a:pt x="458405" y="381207"/>
                        <a:pt x="469850" y="383616"/>
                      </a:cubicBezTo>
                      <a:cubicBezTo>
                        <a:pt x="481295" y="386025"/>
                        <a:pt x="484910" y="402892"/>
                        <a:pt x="495150" y="401687"/>
                      </a:cubicBezTo>
                      <a:cubicBezTo>
                        <a:pt x="505390" y="400482"/>
                        <a:pt x="522257" y="378797"/>
                        <a:pt x="531292" y="376388"/>
                      </a:cubicBezTo>
                      <a:cubicBezTo>
                        <a:pt x="540327" y="373979"/>
                        <a:pt x="536713" y="387833"/>
                        <a:pt x="549363" y="387231"/>
                      </a:cubicBezTo>
                      <a:cubicBezTo>
                        <a:pt x="562013" y="386629"/>
                        <a:pt x="592734" y="372172"/>
                        <a:pt x="607191" y="372774"/>
                      </a:cubicBezTo>
                      <a:cubicBezTo>
                        <a:pt x="621648" y="373376"/>
                        <a:pt x="625262" y="383014"/>
                        <a:pt x="636105" y="390845"/>
                      </a:cubicBezTo>
                      <a:cubicBezTo>
                        <a:pt x="646948" y="398676"/>
                        <a:pt x="659597" y="409217"/>
                        <a:pt x="672247" y="419759"/>
                      </a:cubicBezTo>
                    </a:path>
                  </a:pathLst>
                </a:custGeom>
                <a:noFill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cxnSp>
              <p:nvCxnSpPr>
                <p:cNvPr id="49" name="Straight Connector 48"/>
                <p:cNvCxnSpPr/>
                <p:nvPr/>
              </p:nvCxnSpPr>
              <p:spPr>
                <a:xfrm>
                  <a:off x="8742822" y="2819891"/>
                  <a:ext cx="0" cy="3600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Straight Connector 49"/>
                <p:cNvCxnSpPr/>
                <p:nvPr/>
              </p:nvCxnSpPr>
              <p:spPr>
                <a:xfrm>
                  <a:off x="8851851" y="2819843"/>
                  <a:ext cx="0" cy="3600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/>
                <p:cNvCxnSpPr/>
                <p:nvPr/>
              </p:nvCxnSpPr>
              <p:spPr>
                <a:xfrm>
                  <a:off x="8960881" y="2819843"/>
                  <a:ext cx="0" cy="3600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Straight Connector 51"/>
                <p:cNvCxnSpPr/>
                <p:nvPr/>
              </p:nvCxnSpPr>
              <p:spPr>
                <a:xfrm>
                  <a:off x="9055453" y="2817386"/>
                  <a:ext cx="0" cy="3600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Straight Connector 52"/>
                <p:cNvCxnSpPr/>
                <p:nvPr/>
              </p:nvCxnSpPr>
              <p:spPr>
                <a:xfrm>
                  <a:off x="9150025" y="2817386"/>
                  <a:ext cx="0" cy="3600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/>
                <p:cNvCxnSpPr/>
                <p:nvPr/>
              </p:nvCxnSpPr>
              <p:spPr>
                <a:xfrm>
                  <a:off x="9233755" y="2817386"/>
                  <a:ext cx="0" cy="3600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/>
                <p:cNvCxnSpPr/>
                <p:nvPr/>
              </p:nvCxnSpPr>
              <p:spPr>
                <a:xfrm>
                  <a:off x="9324714" y="2817386"/>
                  <a:ext cx="0" cy="3600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/>
                <p:cNvCxnSpPr/>
                <p:nvPr/>
              </p:nvCxnSpPr>
              <p:spPr>
                <a:xfrm flipV="1">
                  <a:off x="8684993" y="2342022"/>
                  <a:ext cx="0" cy="473464"/>
                </a:xfrm>
                <a:prstGeom prst="line">
                  <a:avLst/>
                </a:prstGeom>
                <a:ln w="158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0" name="TextBox 59"/>
              <p:cNvSpPr txBox="1"/>
              <p:nvPr/>
            </p:nvSpPr>
            <p:spPr>
              <a:xfrm>
                <a:off x="8594101" y="2802139"/>
                <a:ext cx="271228" cy="1538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200</a:t>
                </a:r>
                <a:endParaRPr lang="en-IN" sz="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1" name="TextBox 60"/>
              <p:cNvSpPr txBox="1"/>
              <p:nvPr/>
            </p:nvSpPr>
            <p:spPr>
              <a:xfrm>
                <a:off x="8716237" y="2810223"/>
                <a:ext cx="271228" cy="1538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400</a:t>
                </a:r>
                <a:endParaRPr lang="en-IN" sz="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2" name="TextBox 61"/>
              <p:cNvSpPr txBox="1"/>
              <p:nvPr/>
            </p:nvSpPr>
            <p:spPr>
              <a:xfrm>
                <a:off x="8826552" y="2810223"/>
                <a:ext cx="271228" cy="1538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600</a:t>
                </a:r>
                <a:endParaRPr lang="en-IN" sz="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3" name="TextBox 62"/>
              <p:cNvSpPr txBox="1"/>
              <p:nvPr/>
            </p:nvSpPr>
            <p:spPr>
              <a:xfrm>
                <a:off x="8942063" y="2810223"/>
                <a:ext cx="271228" cy="1538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800</a:t>
                </a:r>
                <a:endParaRPr lang="en-IN" sz="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4" name="TextBox 63"/>
              <p:cNvSpPr txBox="1"/>
              <p:nvPr/>
            </p:nvSpPr>
            <p:spPr>
              <a:xfrm>
                <a:off x="9031468" y="2802139"/>
                <a:ext cx="300082" cy="1538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1000</a:t>
                </a:r>
                <a:endParaRPr lang="en-IN" sz="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5" name="TextBox 64"/>
              <p:cNvSpPr txBox="1"/>
              <p:nvPr/>
            </p:nvSpPr>
            <p:spPr>
              <a:xfrm>
                <a:off x="9143914" y="2806066"/>
                <a:ext cx="300082" cy="1538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1200</a:t>
                </a:r>
                <a:endParaRPr lang="en-IN" sz="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80" name="Group 79"/>
          <p:cNvGrpSpPr/>
          <p:nvPr/>
        </p:nvGrpSpPr>
        <p:grpSpPr>
          <a:xfrm>
            <a:off x="9349000" y="3735670"/>
            <a:ext cx="1216389" cy="755374"/>
            <a:chOff x="5318699" y="3130552"/>
            <a:chExt cx="1216389" cy="755374"/>
          </a:xfrm>
        </p:grpSpPr>
        <p:sp>
          <p:nvSpPr>
            <p:cNvPr id="7" name="Rectangle 6"/>
            <p:cNvSpPr/>
            <p:nvPr/>
          </p:nvSpPr>
          <p:spPr>
            <a:xfrm>
              <a:off x="5318699" y="3130552"/>
              <a:ext cx="1216389" cy="755374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scene3d>
              <a:camera prst="orthographicFront"/>
              <a:lightRig rig="threePt" dir="t"/>
            </a:scene3d>
            <a:sp3d>
              <a:bevelT/>
              <a:bevelB prst="slope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9" name="Rectangle 8"/>
            <p:cNvSpPr/>
            <p:nvPr/>
          </p:nvSpPr>
          <p:spPr>
            <a:xfrm>
              <a:off x="5696485" y="3227015"/>
              <a:ext cx="737252" cy="562449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79" name="Group 78"/>
            <p:cNvGrpSpPr/>
            <p:nvPr/>
          </p:nvGrpSpPr>
          <p:grpSpPr>
            <a:xfrm>
              <a:off x="5389948" y="3258820"/>
              <a:ext cx="279295" cy="123709"/>
              <a:chOff x="8291040" y="2395727"/>
              <a:chExt cx="279295" cy="123709"/>
            </a:xfrm>
          </p:grpSpPr>
          <p:sp>
            <p:nvSpPr>
              <p:cNvPr id="68" name="Flowchart: Preparation 67"/>
              <p:cNvSpPr/>
              <p:nvPr/>
            </p:nvSpPr>
            <p:spPr>
              <a:xfrm>
                <a:off x="8396851" y="2395727"/>
                <a:ext cx="57828" cy="45719"/>
              </a:xfrm>
              <a:prstGeom prst="flowChartPreparation">
                <a:avLst/>
              </a:prstGeom>
              <a:solidFill>
                <a:srgbClr val="7030A0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69" name="Flowchart: Preparation 68"/>
              <p:cNvSpPr/>
              <p:nvPr/>
            </p:nvSpPr>
            <p:spPr>
              <a:xfrm>
                <a:off x="8512507" y="2397597"/>
                <a:ext cx="57828" cy="45719"/>
              </a:xfrm>
              <a:prstGeom prst="flowChartPreparation">
                <a:avLst/>
              </a:prstGeom>
              <a:solidFill>
                <a:srgbClr val="7030A0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70" name="Flowchart: Preparation 69"/>
              <p:cNvSpPr/>
              <p:nvPr/>
            </p:nvSpPr>
            <p:spPr>
              <a:xfrm>
                <a:off x="8296253" y="2471288"/>
                <a:ext cx="57828" cy="45719"/>
              </a:xfrm>
              <a:prstGeom prst="flowChartPreparation">
                <a:avLst/>
              </a:prstGeom>
              <a:solidFill>
                <a:srgbClr val="7030A0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71" name="Flowchart: Preparation 70"/>
              <p:cNvSpPr/>
              <p:nvPr/>
            </p:nvSpPr>
            <p:spPr>
              <a:xfrm>
                <a:off x="8393839" y="2471289"/>
                <a:ext cx="57828" cy="45719"/>
              </a:xfrm>
              <a:prstGeom prst="flowChartPreparation">
                <a:avLst/>
              </a:prstGeom>
              <a:solidFill>
                <a:srgbClr val="7030A0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72" name="Flowchart: Preparation 71"/>
              <p:cNvSpPr/>
              <p:nvPr/>
            </p:nvSpPr>
            <p:spPr>
              <a:xfrm>
                <a:off x="8509890" y="2473717"/>
                <a:ext cx="57828" cy="45719"/>
              </a:xfrm>
              <a:prstGeom prst="flowChartPreparation">
                <a:avLst/>
              </a:prstGeom>
              <a:solidFill>
                <a:srgbClr val="7030A0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73" name="Flowchart: Preparation 72"/>
              <p:cNvSpPr/>
              <p:nvPr/>
            </p:nvSpPr>
            <p:spPr>
              <a:xfrm>
                <a:off x="8291040" y="2398231"/>
                <a:ext cx="57828" cy="45719"/>
              </a:xfrm>
              <a:prstGeom prst="flowChartPreparation">
                <a:avLst/>
              </a:prstGeom>
              <a:solidFill>
                <a:srgbClr val="7030A0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</p:grpSp>
        <p:pic>
          <p:nvPicPr>
            <p:cNvPr id="78" name="Picture 7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669243" y="3258820"/>
              <a:ext cx="764494" cy="562449"/>
            </a:xfrm>
            <a:prstGeom prst="rect">
              <a:avLst/>
            </a:prstGeom>
          </p:spPr>
        </p:pic>
      </p:grpSp>
      <p:sp>
        <p:nvSpPr>
          <p:cNvPr id="81" name="Rectangle 80"/>
          <p:cNvSpPr/>
          <p:nvPr/>
        </p:nvSpPr>
        <p:spPr>
          <a:xfrm>
            <a:off x="9868868" y="2010437"/>
            <a:ext cx="1393038" cy="45719"/>
          </a:xfrm>
          <a:prstGeom prst="rect">
            <a:avLst/>
          </a:prstGeom>
          <a:scene3d>
            <a:camera prst="orthographicFront"/>
            <a:lightRig rig="threePt" dir="t"/>
          </a:scene3d>
          <a:sp3d prstMaterial="dkEdge">
            <a:bevelT w="101600" prst="riblet"/>
            <a:bevelB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82" name="Picture 81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40423B"/>
              </a:clrFrom>
              <a:clrTo>
                <a:srgbClr val="40423B">
                  <a:alpha val="0"/>
                </a:srgbClr>
              </a:clrTo>
            </a:clrChange>
          </a:blip>
          <a:srcRect l="20396" t="35392" r="20491" b="20028"/>
          <a:stretch/>
        </p:blipFill>
        <p:spPr>
          <a:xfrm>
            <a:off x="9675468" y="5431865"/>
            <a:ext cx="620972" cy="489785"/>
          </a:xfrm>
          <a:prstGeom prst="hexagon">
            <a:avLst/>
          </a:prstGeom>
          <a:scene3d>
            <a:camera prst="orthographicFront">
              <a:rot lat="600004" lon="600000" rev="0"/>
            </a:camera>
            <a:lightRig rig="threePt" dir="t"/>
          </a:scene3d>
        </p:spPr>
      </p:pic>
      <p:pic>
        <p:nvPicPr>
          <p:cNvPr id="93" name="Picture 9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361009">
            <a:off x="8196822" y="413834"/>
            <a:ext cx="2446853" cy="797887"/>
          </a:xfrm>
          <a:prstGeom prst="rect">
            <a:avLst/>
          </a:prstGeom>
          <a:scene3d>
            <a:camera prst="orthographicFront">
              <a:rot lat="18599996" lon="300000" rev="0"/>
            </a:camera>
            <a:lightRig rig="contrasting" dir="t"/>
          </a:scene3d>
          <a:sp3d prstMaterial="dkEdge">
            <a:bevelT w="152400" h="50800" prst="softRound"/>
            <a:bevelB prst="angle"/>
          </a:sp3d>
        </p:spPr>
      </p:pic>
      <p:sp>
        <p:nvSpPr>
          <p:cNvPr id="95" name="Rectangle 94"/>
          <p:cNvSpPr/>
          <p:nvPr/>
        </p:nvSpPr>
        <p:spPr>
          <a:xfrm>
            <a:off x="7524349" y="3549430"/>
            <a:ext cx="2651020" cy="1662239"/>
          </a:xfrm>
          <a:prstGeom prst="rect">
            <a:avLst/>
          </a:prstGeom>
          <a:solidFill>
            <a:srgbClr val="DAC4C6"/>
          </a:solidFill>
          <a:scene3d>
            <a:camera prst="orthographicFront"/>
            <a:lightRig rig="threePt" dir="t"/>
          </a:scene3d>
          <a:sp3d>
            <a:bevelT/>
            <a:bevelB prst="slope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6" name="Rectangle 95"/>
          <p:cNvSpPr/>
          <p:nvPr/>
        </p:nvSpPr>
        <p:spPr>
          <a:xfrm>
            <a:off x="7365524" y="3694748"/>
            <a:ext cx="1606781" cy="123769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97" name="Group 96"/>
          <p:cNvGrpSpPr/>
          <p:nvPr/>
        </p:nvGrpSpPr>
        <p:grpSpPr>
          <a:xfrm>
            <a:off x="6008496" y="5486039"/>
            <a:ext cx="608700" cy="272228"/>
            <a:chOff x="8291040" y="2395727"/>
            <a:chExt cx="279295" cy="123709"/>
          </a:xfrm>
        </p:grpSpPr>
        <p:sp>
          <p:nvSpPr>
            <p:cNvPr id="99" name="Flowchart: Preparation 98"/>
            <p:cNvSpPr/>
            <p:nvPr/>
          </p:nvSpPr>
          <p:spPr>
            <a:xfrm>
              <a:off x="8396851" y="2395727"/>
              <a:ext cx="57828" cy="45719"/>
            </a:xfrm>
            <a:prstGeom prst="flowChartPreparation">
              <a:avLst/>
            </a:prstGeom>
            <a:solidFill>
              <a:srgbClr val="FF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0" name="Flowchart: Preparation 99"/>
            <p:cNvSpPr/>
            <p:nvPr/>
          </p:nvSpPr>
          <p:spPr>
            <a:xfrm>
              <a:off x="8512507" y="2397597"/>
              <a:ext cx="57828" cy="45719"/>
            </a:xfrm>
            <a:prstGeom prst="flowChartPreparation">
              <a:avLst/>
            </a:prstGeom>
            <a:solidFill>
              <a:srgbClr val="FF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1" name="Flowchart: Preparation 100"/>
            <p:cNvSpPr/>
            <p:nvPr/>
          </p:nvSpPr>
          <p:spPr>
            <a:xfrm>
              <a:off x="8296253" y="2471288"/>
              <a:ext cx="57828" cy="45719"/>
            </a:xfrm>
            <a:prstGeom prst="flowChartPreparation">
              <a:avLst/>
            </a:prstGeom>
            <a:solidFill>
              <a:srgbClr val="FF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2" name="Flowchart: Preparation 101"/>
            <p:cNvSpPr/>
            <p:nvPr/>
          </p:nvSpPr>
          <p:spPr>
            <a:xfrm>
              <a:off x="8393839" y="2471289"/>
              <a:ext cx="57828" cy="45719"/>
            </a:xfrm>
            <a:prstGeom prst="flowChartPreparation">
              <a:avLst/>
            </a:prstGeom>
            <a:solidFill>
              <a:srgbClr val="FF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3" name="Flowchart: Preparation 102"/>
            <p:cNvSpPr/>
            <p:nvPr/>
          </p:nvSpPr>
          <p:spPr>
            <a:xfrm>
              <a:off x="8509890" y="2473717"/>
              <a:ext cx="57828" cy="45719"/>
            </a:xfrm>
            <a:prstGeom prst="flowChartPreparation">
              <a:avLst/>
            </a:prstGeom>
            <a:solidFill>
              <a:srgbClr val="FF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4" name="Flowchart: Preparation 103"/>
            <p:cNvSpPr/>
            <p:nvPr/>
          </p:nvSpPr>
          <p:spPr>
            <a:xfrm>
              <a:off x="8291040" y="2398231"/>
              <a:ext cx="57828" cy="45719"/>
            </a:xfrm>
            <a:prstGeom prst="flowChartPreparation">
              <a:avLst/>
            </a:prstGeom>
            <a:solidFill>
              <a:srgbClr val="FF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115" name="Oval 114"/>
          <p:cNvSpPr/>
          <p:nvPr/>
        </p:nvSpPr>
        <p:spPr>
          <a:xfrm>
            <a:off x="6778258" y="5409454"/>
            <a:ext cx="70471" cy="406557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05" name="Picture 104"/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100000"/>
                    </a14:imgEffect>
                    <a14:imgEffect>
                      <a14:colorTemperature colorTemp="6400"/>
                    </a14:imgEffect>
                    <a14:imgEffect>
                      <a14:saturation sat="400000"/>
                    </a14:imgEffect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042797" y="5413211"/>
            <a:ext cx="856897" cy="598674"/>
          </a:xfrm>
          <a:prstGeom prst="rect">
            <a:avLst/>
          </a:prstGeom>
        </p:spPr>
      </p:pic>
      <p:sp>
        <p:nvSpPr>
          <p:cNvPr id="120" name="Can 119"/>
          <p:cNvSpPr/>
          <p:nvPr/>
        </p:nvSpPr>
        <p:spPr>
          <a:xfrm rot="5400000">
            <a:off x="6767384" y="5505198"/>
            <a:ext cx="278211" cy="173299"/>
          </a:xfrm>
          <a:prstGeom prst="can">
            <a:avLst/>
          </a:prstGeom>
          <a:gradFill flip="none" rotWithShape="1">
            <a:gsLst>
              <a:gs pos="74000">
                <a:schemeClr val="bg1">
                  <a:lumMod val="95000"/>
                </a:schemeClr>
              </a:gs>
              <a:gs pos="35000">
                <a:schemeClr val="accent3">
                  <a:lumMod val="0"/>
                  <a:lumOff val="100000"/>
                </a:schemeClr>
              </a:gs>
              <a:gs pos="83000">
                <a:schemeClr val="accent3">
                  <a:lumMod val="100000"/>
                </a:schemeClr>
              </a:gs>
            </a:gsLst>
            <a:lin ang="10800000" scaled="1"/>
            <a:tileRect/>
          </a:gradFill>
          <a:ln>
            <a:solidFill>
              <a:schemeClr val="tx1"/>
            </a:solidFill>
          </a:ln>
          <a:scene3d>
            <a:camera prst="orthographicFront"/>
            <a:lightRig rig="chilly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7" name="Flowchart: Display 56"/>
          <p:cNvSpPr/>
          <p:nvPr/>
        </p:nvSpPr>
        <p:spPr>
          <a:xfrm rot="5400000">
            <a:off x="3201846" y="2524727"/>
            <a:ext cx="353940" cy="223303"/>
          </a:xfrm>
          <a:prstGeom prst="flowChartDisplay">
            <a:avLst/>
          </a:prstGeom>
          <a:gradFill flip="none" rotWithShape="1">
            <a:gsLst>
              <a:gs pos="0">
                <a:schemeClr val="accent4">
                  <a:lumMod val="67000"/>
                </a:schemeClr>
              </a:gs>
              <a:gs pos="78000">
                <a:schemeClr val="accent4">
                  <a:lumMod val="97000"/>
                  <a:lumOff val="3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  <a:scene3d>
            <a:camera prst="orthographicFront"/>
            <a:lightRig rig="threePt" dir="t"/>
          </a:scene3d>
          <a:sp3d>
            <a:bevelT/>
            <a:bevelB w="139700" h="139700" prst="divot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8" name="Rounded Rectangle 57"/>
          <p:cNvSpPr/>
          <p:nvPr/>
        </p:nvSpPr>
        <p:spPr>
          <a:xfrm>
            <a:off x="3220860" y="2224696"/>
            <a:ext cx="315757" cy="307098"/>
          </a:xfrm>
          <a:prstGeom prst="roundRect">
            <a:avLst/>
          </a:prstGeom>
          <a:solidFill>
            <a:srgbClr val="FFC000">
              <a:alpha val="76000"/>
            </a:srgbClr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6" name="Flowchart: Display 65"/>
          <p:cNvSpPr/>
          <p:nvPr/>
        </p:nvSpPr>
        <p:spPr>
          <a:xfrm rot="5400000">
            <a:off x="2870559" y="2524728"/>
            <a:ext cx="353940" cy="223303"/>
          </a:xfrm>
          <a:prstGeom prst="flowChartDisplay">
            <a:avLst/>
          </a:prstGeom>
          <a:gradFill flip="none" rotWithShape="1">
            <a:gsLst>
              <a:gs pos="0">
                <a:schemeClr val="accent4">
                  <a:lumMod val="67000"/>
                </a:schemeClr>
              </a:gs>
              <a:gs pos="78000">
                <a:schemeClr val="accent4">
                  <a:lumMod val="97000"/>
                  <a:lumOff val="3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  <a:scene3d>
            <a:camera prst="orthographicFront"/>
            <a:lightRig rig="threePt" dir="t"/>
          </a:scene3d>
          <a:sp3d>
            <a:bevelT/>
            <a:bevelB w="139700" h="139700" prst="divot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7" name="Rounded Rectangle 66"/>
          <p:cNvSpPr/>
          <p:nvPr/>
        </p:nvSpPr>
        <p:spPr>
          <a:xfrm>
            <a:off x="2897644" y="2223016"/>
            <a:ext cx="315757" cy="307098"/>
          </a:xfrm>
          <a:prstGeom prst="roundRect">
            <a:avLst/>
          </a:prstGeom>
          <a:solidFill>
            <a:srgbClr val="FFC000">
              <a:alpha val="76000"/>
            </a:srgbClr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4" name="Rectangle 73"/>
          <p:cNvSpPr/>
          <p:nvPr/>
        </p:nvSpPr>
        <p:spPr>
          <a:xfrm>
            <a:off x="2792126" y="555981"/>
            <a:ext cx="3114989" cy="1868994"/>
          </a:xfrm>
          <a:prstGeom prst="rect">
            <a:avLst/>
          </a:prstGeom>
          <a:gradFill>
            <a:gsLst>
              <a:gs pos="97000">
                <a:schemeClr val="bg2">
                  <a:lumMod val="5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scene3d>
            <a:camera prst="orthographicFront"/>
            <a:lightRig rig="threePt" dir="t"/>
          </a:scene3d>
          <a:sp3d>
            <a:bevelT/>
            <a:bevelB prst="slope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5" name="Oval 84"/>
          <p:cNvSpPr/>
          <p:nvPr/>
        </p:nvSpPr>
        <p:spPr>
          <a:xfrm>
            <a:off x="5037931" y="972986"/>
            <a:ext cx="251208" cy="276328"/>
          </a:xfrm>
          <a:prstGeom prst="ellipse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6" name="Rectangle 85"/>
          <p:cNvSpPr/>
          <p:nvPr/>
        </p:nvSpPr>
        <p:spPr>
          <a:xfrm>
            <a:off x="2952897" y="726803"/>
            <a:ext cx="1344610" cy="904352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7" name="Rounded Rectangle 86"/>
          <p:cNvSpPr/>
          <p:nvPr/>
        </p:nvSpPr>
        <p:spPr>
          <a:xfrm>
            <a:off x="5185737" y="2061108"/>
            <a:ext cx="530850" cy="251209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9" name="Rounded Rectangle 88"/>
          <p:cNvSpPr/>
          <p:nvPr/>
        </p:nvSpPr>
        <p:spPr>
          <a:xfrm>
            <a:off x="5058027" y="827290"/>
            <a:ext cx="231112" cy="130629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2" name="Rounded Rectangle 91"/>
          <p:cNvSpPr/>
          <p:nvPr/>
        </p:nvSpPr>
        <p:spPr>
          <a:xfrm>
            <a:off x="4751552" y="1068452"/>
            <a:ext cx="256235" cy="160777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4" name="Rounded Rectangle 93"/>
          <p:cNvSpPr/>
          <p:nvPr/>
        </p:nvSpPr>
        <p:spPr>
          <a:xfrm>
            <a:off x="5073102" y="1249316"/>
            <a:ext cx="251207" cy="160777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8" name="Rounded Rectangle 97"/>
          <p:cNvSpPr/>
          <p:nvPr/>
        </p:nvSpPr>
        <p:spPr>
          <a:xfrm>
            <a:off x="5329337" y="1068449"/>
            <a:ext cx="306472" cy="160778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7" name="Isosceles Triangle 106"/>
          <p:cNvSpPr/>
          <p:nvPr/>
        </p:nvSpPr>
        <p:spPr>
          <a:xfrm rot="10800000">
            <a:off x="5111633" y="1266091"/>
            <a:ext cx="144000" cy="144000"/>
          </a:xfrm>
          <a:prstGeom prst="triangle">
            <a:avLst/>
          </a:prstGeom>
          <a:solidFill>
            <a:schemeClr val="bg1"/>
          </a:solidFill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8" name="Isosceles Triangle 107"/>
          <p:cNvSpPr/>
          <p:nvPr/>
        </p:nvSpPr>
        <p:spPr>
          <a:xfrm>
            <a:off x="5101583" y="812219"/>
            <a:ext cx="144000" cy="144000"/>
          </a:xfrm>
          <a:prstGeom prst="triangle">
            <a:avLst/>
          </a:prstGeom>
          <a:solidFill>
            <a:schemeClr val="bg1"/>
          </a:solidFill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9" name="Isosceles Triangle 108"/>
          <p:cNvSpPr/>
          <p:nvPr/>
        </p:nvSpPr>
        <p:spPr>
          <a:xfrm rot="16200000">
            <a:off x="4772498" y="1068449"/>
            <a:ext cx="144000" cy="144000"/>
          </a:xfrm>
          <a:prstGeom prst="triangle">
            <a:avLst/>
          </a:prstGeom>
          <a:solidFill>
            <a:schemeClr val="bg1"/>
          </a:solidFill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0" name="Isosceles Triangle 109"/>
          <p:cNvSpPr/>
          <p:nvPr/>
        </p:nvSpPr>
        <p:spPr>
          <a:xfrm rot="5400000">
            <a:off x="5434846" y="1085227"/>
            <a:ext cx="144000" cy="144000"/>
          </a:xfrm>
          <a:prstGeom prst="triangle">
            <a:avLst/>
          </a:prstGeom>
          <a:solidFill>
            <a:schemeClr val="bg1"/>
          </a:solidFill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1" name="TextBox 110"/>
          <p:cNvSpPr txBox="1"/>
          <p:nvPr/>
        </p:nvSpPr>
        <p:spPr>
          <a:xfrm>
            <a:off x="4960840" y="963293"/>
            <a:ext cx="425390" cy="307777"/>
          </a:xfrm>
          <a:prstGeom prst="rect">
            <a:avLst/>
          </a:prstGeom>
          <a:noFill/>
          <a:scene3d>
            <a:camera prst="orthographicFront"/>
            <a:lightRig rig="threePt" dir="t"/>
          </a:scene3d>
          <a:sp3d>
            <a:bevelT/>
          </a:sp3d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OK</a:t>
            </a:r>
            <a:endParaRPr lang="en-IN" sz="1400" b="1" dirty="0">
              <a:solidFill>
                <a:schemeClr val="bg1"/>
              </a:solidFill>
            </a:endParaRPr>
          </a:p>
        </p:txBody>
      </p:sp>
      <p:cxnSp>
        <p:nvCxnSpPr>
          <p:cNvPr id="112" name="Straight Connector 111"/>
          <p:cNvCxnSpPr>
            <a:stCxn id="86" idx="1"/>
            <a:endCxn id="86" idx="3"/>
          </p:cNvCxnSpPr>
          <p:nvPr/>
        </p:nvCxnSpPr>
        <p:spPr>
          <a:xfrm>
            <a:off x="2952897" y="1178979"/>
            <a:ext cx="1344610" cy="0"/>
          </a:xfrm>
          <a:prstGeom prst="line">
            <a:avLst/>
          </a:prstGeom>
          <a:ln w="635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TextBox 115"/>
          <p:cNvSpPr txBox="1"/>
          <p:nvPr/>
        </p:nvSpPr>
        <p:spPr>
          <a:xfrm>
            <a:off x="5182214" y="2032823"/>
            <a:ext cx="505267" cy="307777"/>
          </a:xfrm>
          <a:prstGeom prst="rect">
            <a:avLst/>
          </a:prstGeom>
          <a:noFill/>
          <a:scene3d>
            <a:camera prst="orthographicFront"/>
            <a:lightRig rig="threePt" dir="t"/>
          </a:scene3d>
          <a:sp3d>
            <a:bevelT/>
          </a:sp3d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END</a:t>
            </a:r>
            <a:endParaRPr lang="en-IN" sz="1400" b="1" dirty="0">
              <a:solidFill>
                <a:schemeClr val="bg1"/>
              </a:solidFill>
            </a:endParaRPr>
          </a:p>
        </p:txBody>
      </p:sp>
      <p:sp>
        <p:nvSpPr>
          <p:cNvPr id="117" name="Rounded Rectangle 116"/>
          <p:cNvSpPr/>
          <p:nvPr/>
        </p:nvSpPr>
        <p:spPr>
          <a:xfrm>
            <a:off x="4187883" y="2097075"/>
            <a:ext cx="530850" cy="251209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8" name="TextBox 117"/>
          <p:cNvSpPr txBox="1"/>
          <p:nvPr/>
        </p:nvSpPr>
        <p:spPr>
          <a:xfrm>
            <a:off x="4134118" y="2068790"/>
            <a:ext cx="638380" cy="307777"/>
          </a:xfrm>
          <a:prstGeom prst="rect">
            <a:avLst/>
          </a:prstGeom>
          <a:noFill/>
          <a:scene3d>
            <a:camera prst="orthographicFront"/>
            <a:lightRig rig="threePt" dir="t"/>
          </a:scene3d>
          <a:sp3d>
            <a:bevelT/>
          </a:sp3d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START</a:t>
            </a:r>
            <a:endParaRPr lang="en-IN" sz="1400" b="1" dirty="0">
              <a:solidFill>
                <a:schemeClr val="bg1"/>
              </a:solidFill>
            </a:endParaRPr>
          </a:p>
        </p:txBody>
      </p:sp>
      <p:sp>
        <p:nvSpPr>
          <p:cNvPr id="119" name="Isosceles Triangle 118"/>
          <p:cNvSpPr/>
          <p:nvPr/>
        </p:nvSpPr>
        <p:spPr>
          <a:xfrm rot="10800000">
            <a:off x="3034191" y="2294676"/>
            <a:ext cx="72000" cy="72000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1" name="Isosceles Triangle 120"/>
          <p:cNvSpPr/>
          <p:nvPr/>
        </p:nvSpPr>
        <p:spPr>
          <a:xfrm rot="10800000">
            <a:off x="3317215" y="2286308"/>
            <a:ext cx="72000" cy="72000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2" name="TextBox 121"/>
          <p:cNvSpPr txBox="1"/>
          <p:nvPr/>
        </p:nvSpPr>
        <p:spPr>
          <a:xfrm>
            <a:off x="3157799" y="1644562"/>
            <a:ext cx="109767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Modulator</a:t>
            </a:r>
            <a:endParaRPr lang="en-IN" sz="1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cxnSp>
        <p:nvCxnSpPr>
          <p:cNvPr id="106" name="Straight Connector 105"/>
          <p:cNvCxnSpPr/>
          <p:nvPr/>
        </p:nvCxnSpPr>
        <p:spPr>
          <a:xfrm>
            <a:off x="2951268" y="1492167"/>
            <a:ext cx="336269" cy="0"/>
          </a:xfrm>
          <a:prstGeom prst="line">
            <a:avLst/>
          </a:prstGeom>
          <a:ln w="2540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/>
          <p:cNvCxnSpPr/>
          <p:nvPr/>
        </p:nvCxnSpPr>
        <p:spPr>
          <a:xfrm>
            <a:off x="3287537" y="869232"/>
            <a:ext cx="336269" cy="0"/>
          </a:xfrm>
          <a:prstGeom prst="line">
            <a:avLst/>
          </a:prstGeom>
          <a:ln w="2540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/>
          <p:cNvCxnSpPr/>
          <p:nvPr/>
        </p:nvCxnSpPr>
        <p:spPr>
          <a:xfrm>
            <a:off x="3962896" y="869232"/>
            <a:ext cx="336269" cy="0"/>
          </a:xfrm>
          <a:prstGeom prst="line">
            <a:avLst/>
          </a:prstGeom>
          <a:ln w="2540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/>
          <p:cNvCxnSpPr/>
          <p:nvPr/>
        </p:nvCxnSpPr>
        <p:spPr>
          <a:xfrm>
            <a:off x="3633418" y="1496313"/>
            <a:ext cx="336269" cy="0"/>
          </a:xfrm>
          <a:prstGeom prst="line">
            <a:avLst/>
          </a:prstGeom>
          <a:ln w="2540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/>
          <p:cNvCxnSpPr/>
          <p:nvPr/>
        </p:nvCxnSpPr>
        <p:spPr>
          <a:xfrm>
            <a:off x="3287535" y="863517"/>
            <a:ext cx="0" cy="635718"/>
          </a:xfrm>
          <a:prstGeom prst="line">
            <a:avLst/>
          </a:prstGeom>
          <a:ln w="2540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/>
          <p:cNvCxnSpPr/>
          <p:nvPr/>
        </p:nvCxnSpPr>
        <p:spPr>
          <a:xfrm>
            <a:off x="3979985" y="863517"/>
            <a:ext cx="0" cy="635718"/>
          </a:xfrm>
          <a:prstGeom prst="line">
            <a:avLst/>
          </a:prstGeom>
          <a:ln w="2540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/>
          <p:cNvCxnSpPr/>
          <p:nvPr/>
        </p:nvCxnSpPr>
        <p:spPr>
          <a:xfrm>
            <a:off x="3623804" y="866280"/>
            <a:ext cx="0" cy="635718"/>
          </a:xfrm>
          <a:prstGeom prst="line">
            <a:avLst/>
          </a:prstGeom>
          <a:ln w="2540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Rectangle 132">
            <a:extLst>
              <a:ext uri="{FF2B5EF4-FFF2-40B4-BE49-F238E27FC236}">
                <a16:creationId xmlns:a16="http://schemas.microsoft.com/office/drawing/2014/main" id="{6DA59A8D-6EBF-1772-4870-B37551FF0402}"/>
              </a:ext>
            </a:extLst>
          </p:cNvPr>
          <p:cNvSpPr/>
          <p:nvPr/>
        </p:nvSpPr>
        <p:spPr>
          <a:xfrm rot="2748279">
            <a:off x="599599" y="2982328"/>
            <a:ext cx="190800" cy="972000"/>
          </a:xfrm>
          <a:prstGeom prst="rect">
            <a:avLst/>
          </a:prstGeom>
          <a:solidFill>
            <a:schemeClr val="bg1">
              <a:lumMod val="65000"/>
            </a:schemeClr>
          </a:solidFill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18BC26C2-29DC-7421-05EE-D41DF5D70259}"/>
              </a:ext>
            </a:extLst>
          </p:cNvPr>
          <p:cNvSpPr txBox="1"/>
          <p:nvPr/>
        </p:nvSpPr>
        <p:spPr>
          <a:xfrm>
            <a:off x="1029413" y="3099283"/>
            <a:ext cx="1134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DM 2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82BDA20D-3277-C602-489A-44FCCB61B34F}"/>
              </a:ext>
            </a:extLst>
          </p:cNvPr>
          <p:cNvSpPr/>
          <p:nvPr/>
        </p:nvSpPr>
        <p:spPr>
          <a:xfrm rot="16200000">
            <a:off x="115470" y="4004319"/>
            <a:ext cx="1028241" cy="78186"/>
          </a:xfrm>
          <a:prstGeom prst="rect">
            <a:avLst/>
          </a:prstGeom>
          <a:gradFill>
            <a:gsLst>
              <a:gs pos="5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ED23D3BE-05E3-B4CA-2AFD-A604C98F7A20}"/>
              </a:ext>
            </a:extLst>
          </p:cNvPr>
          <p:cNvSpPr/>
          <p:nvPr/>
        </p:nvSpPr>
        <p:spPr>
          <a:xfrm>
            <a:off x="590495" y="3532945"/>
            <a:ext cx="2124000" cy="78186"/>
          </a:xfrm>
          <a:prstGeom prst="rect">
            <a:avLst/>
          </a:prstGeom>
          <a:gradFill>
            <a:gsLst>
              <a:gs pos="5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7" name="Straight Connector 136"/>
          <p:cNvCxnSpPr/>
          <p:nvPr/>
        </p:nvCxnSpPr>
        <p:spPr>
          <a:xfrm flipV="1">
            <a:off x="3898137" y="3793319"/>
            <a:ext cx="711289" cy="12556"/>
          </a:xfrm>
          <a:prstGeom prst="line">
            <a:avLst/>
          </a:prstGeom>
          <a:ln w="381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/>
          <p:cNvCxnSpPr/>
          <p:nvPr/>
        </p:nvCxnSpPr>
        <p:spPr>
          <a:xfrm flipV="1">
            <a:off x="3916614" y="3383594"/>
            <a:ext cx="692810" cy="15447"/>
          </a:xfrm>
          <a:prstGeom prst="line">
            <a:avLst/>
          </a:prstGeom>
          <a:ln w="381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Flowchart: Delay 138">
            <a:extLst>
              <a:ext uri="{FF2B5EF4-FFF2-40B4-BE49-F238E27FC236}">
                <a16:creationId xmlns:a16="http://schemas.microsoft.com/office/drawing/2014/main" id="{C36D569D-CE53-B1E0-5018-D51B0DF9852E}"/>
              </a:ext>
            </a:extLst>
          </p:cNvPr>
          <p:cNvSpPr/>
          <p:nvPr/>
        </p:nvSpPr>
        <p:spPr>
          <a:xfrm>
            <a:off x="3716594" y="3342126"/>
            <a:ext cx="376354" cy="472968"/>
          </a:xfrm>
          <a:prstGeom prst="flowChartDelay">
            <a:avLst/>
          </a:prstGeom>
          <a:gradFill flip="none" rotWithShape="1">
            <a:gsLst>
              <a:gs pos="65000">
                <a:srgbClr val="F868D9"/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path path="circle">
              <a:fillToRect l="50000" t="-80000" r="50000" b="180000"/>
            </a:path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DBB3950B-126A-5500-AE12-440A359CA580}"/>
              </a:ext>
            </a:extLst>
          </p:cNvPr>
          <p:cNvGrpSpPr/>
          <p:nvPr/>
        </p:nvGrpSpPr>
        <p:grpSpPr>
          <a:xfrm>
            <a:off x="4329077" y="3323166"/>
            <a:ext cx="541801" cy="570016"/>
            <a:chOff x="8599052" y="1717102"/>
            <a:chExt cx="541801" cy="570016"/>
          </a:xfrm>
        </p:grpSpPr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E3B561DB-6CC4-7192-CD10-00AA2A71E334}"/>
                </a:ext>
              </a:extLst>
            </p:cNvPr>
            <p:cNvSpPr/>
            <p:nvPr/>
          </p:nvSpPr>
          <p:spPr>
            <a:xfrm>
              <a:off x="8617527" y="1754909"/>
              <a:ext cx="463000" cy="47951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BD5C922D-AC8F-D847-7182-E8695C0837E4}"/>
                </a:ext>
              </a:extLst>
            </p:cNvPr>
            <p:cNvCxnSpPr>
              <a:stCxn id="141" idx="0"/>
              <a:endCxn id="141" idx="4"/>
            </p:cNvCxnSpPr>
            <p:nvPr/>
          </p:nvCxnSpPr>
          <p:spPr>
            <a:xfrm>
              <a:off x="8849027" y="1754909"/>
              <a:ext cx="0" cy="47951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0205D202-1A22-9CEC-23E7-F8034D0786E3}"/>
                </a:ext>
              </a:extLst>
            </p:cNvPr>
            <p:cNvCxnSpPr>
              <a:stCxn id="141" idx="2"/>
              <a:endCxn id="141" idx="6"/>
            </p:cNvCxnSpPr>
            <p:nvPr/>
          </p:nvCxnSpPr>
          <p:spPr>
            <a:xfrm>
              <a:off x="8617527" y="1994668"/>
              <a:ext cx="463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92670BD8-CC16-73D3-CC6B-007FE3E41572}"/>
                </a:ext>
              </a:extLst>
            </p:cNvPr>
            <p:cNvSpPr txBox="1"/>
            <p:nvPr/>
          </p:nvSpPr>
          <p:spPr>
            <a:xfrm>
              <a:off x="8599052" y="1717102"/>
              <a:ext cx="23149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</a:t>
              </a: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DC09F8FD-5852-0161-9C62-C15E8ED213AA}"/>
                </a:ext>
              </a:extLst>
            </p:cNvPr>
            <p:cNvSpPr txBox="1"/>
            <p:nvPr/>
          </p:nvSpPr>
          <p:spPr>
            <a:xfrm>
              <a:off x="8784367" y="1717102"/>
              <a:ext cx="2499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1809C7E6-3BD5-C84E-9F85-886F52B81974}"/>
                </a:ext>
              </a:extLst>
            </p:cNvPr>
            <p:cNvSpPr txBox="1"/>
            <p:nvPr/>
          </p:nvSpPr>
          <p:spPr>
            <a:xfrm>
              <a:off x="8599052" y="1915602"/>
              <a:ext cx="23149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8FBD681E-0026-ACA6-D22A-402F6D1A2EDC}"/>
                </a:ext>
              </a:extLst>
            </p:cNvPr>
            <p:cNvSpPr txBox="1"/>
            <p:nvPr/>
          </p:nvSpPr>
          <p:spPr>
            <a:xfrm>
              <a:off x="8778359" y="1917786"/>
              <a:ext cx="3624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D</a:t>
              </a:r>
            </a:p>
          </p:txBody>
        </p:sp>
      </p:grpSp>
      <p:sp>
        <p:nvSpPr>
          <p:cNvPr id="148" name="Flowchart: Alternate Process 147">
            <a:extLst>
              <a:ext uri="{FF2B5EF4-FFF2-40B4-BE49-F238E27FC236}">
                <a16:creationId xmlns:a16="http://schemas.microsoft.com/office/drawing/2014/main" id="{63D205A4-3247-B7EB-61EF-C9E41E147AAA}"/>
              </a:ext>
            </a:extLst>
          </p:cNvPr>
          <p:cNvSpPr/>
          <p:nvPr/>
        </p:nvSpPr>
        <p:spPr>
          <a:xfrm>
            <a:off x="3663536" y="3305441"/>
            <a:ext cx="45719" cy="550853"/>
          </a:xfrm>
          <a:prstGeom prst="flowChartAlternateProcess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697E79C-CDE8-3F6B-0645-C0AD6158A5C6}"/>
              </a:ext>
            </a:extLst>
          </p:cNvPr>
          <p:cNvSpPr/>
          <p:nvPr/>
        </p:nvSpPr>
        <p:spPr>
          <a:xfrm>
            <a:off x="2647283" y="3533642"/>
            <a:ext cx="1028241" cy="78186"/>
          </a:xfrm>
          <a:prstGeom prst="rect">
            <a:avLst/>
          </a:prstGeom>
          <a:gradFill>
            <a:gsLst>
              <a:gs pos="5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959524C5-D838-FBE7-3BA7-E5806E53674C}"/>
              </a:ext>
            </a:extLst>
          </p:cNvPr>
          <p:cNvGrpSpPr/>
          <p:nvPr/>
        </p:nvGrpSpPr>
        <p:grpSpPr>
          <a:xfrm>
            <a:off x="2204466" y="3294183"/>
            <a:ext cx="498877" cy="541761"/>
            <a:chOff x="9060453" y="2087139"/>
            <a:chExt cx="498877" cy="541761"/>
          </a:xfrm>
        </p:grpSpPr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C2CA88F9-84EB-51DB-FE63-9BE63B65F18D}"/>
                </a:ext>
              </a:extLst>
            </p:cNvPr>
            <p:cNvSpPr/>
            <p:nvPr/>
          </p:nvSpPr>
          <p:spPr>
            <a:xfrm rot="10800000">
              <a:off x="9060453" y="2087139"/>
              <a:ext cx="498877" cy="536427"/>
            </a:xfrm>
            <a:prstGeom prst="rect">
              <a:avLst/>
            </a:prstGeom>
            <a:gradFill>
              <a:gsLst>
                <a:gs pos="37000">
                  <a:srgbClr val="00B0F0"/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2" name="Straight Connector 151">
              <a:extLst>
                <a:ext uri="{FF2B5EF4-FFF2-40B4-BE49-F238E27FC236}">
                  <a16:creationId xmlns:a16="http://schemas.microsoft.com/office/drawing/2014/main" id="{F1F43F87-A302-D477-56C8-13D84993228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060453" y="2087139"/>
              <a:ext cx="498877" cy="541761"/>
            </a:xfrm>
            <a:prstGeom prst="line">
              <a:avLst/>
            </a:prstGeom>
            <a:ln w="2222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53" name="TextBox 152">
            <a:extLst>
              <a:ext uri="{FF2B5EF4-FFF2-40B4-BE49-F238E27FC236}">
                <a16:creationId xmlns:a16="http://schemas.microsoft.com/office/drawing/2014/main" id="{822CF5C9-E407-1743-FD1E-656E41F06E78}"/>
              </a:ext>
            </a:extLst>
          </p:cNvPr>
          <p:cNvSpPr txBox="1"/>
          <p:nvPr/>
        </p:nvSpPr>
        <p:spPr>
          <a:xfrm>
            <a:off x="2089225" y="3790703"/>
            <a:ext cx="867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PBS 2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12692FE6-FF4E-B266-42FF-9853AC46175E}"/>
              </a:ext>
            </a:extLst>
          </p:cNvPr>
          <p:cNvSpPr txBox="1"/>
          <p:nvPr/>
        </p:nvSpPr>
        <p:spPr>
          <a:xfrm>
            <a:off x="3932040" y="3856942"/>
            <a:ext cx="643478" cy="3808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QPD</a:t>
            </a:r>
          </a:p>
        </p:txBody>
      </p:sp>
    </p:spTree>
    <p:extLst>
      <p:ext uri="{BB962C8B-B14F-4D97-AF65-F5344CB8AC3E}">
        <p14:creationId xmlns:p14="http://schemas.microsoft.com/office/powerpoint/2010/main" val="17829840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693" y="4957652"/>
            <a:ext cx="2121592" cy="1225402"/>
          </a:xfrm>
          <a:prstGeom prst="rect">
            <a:avLst/>
          </a:prstGeom>
        </p:spPr>
      </p:pic>
      <p:sp>
        <p:nvSpPr>
          <p:cNvPr id="106" name="Rectangle 105">
            <a:extLst>
              <a:ext uri="{FF2B5EF4-FFF2-40B4-BE49-F238E27FC236}">
                <a16:creationId xmlns:a16="http://schemas.microsoft.com/office/drawing/2014/main" id="{551FC6B3-1B8B-B3CE-9867-1668127D72DD}"/>
              </a:ext>
            </a:extLst>
          </p:cNvPr>
          <p:cNvSpPr/>
          <p:nvPr/>
        </p:nvSpPr>
        <p:spPr>
          <a:xfrm>
            <a:off x="6086901" y="5682017"/>
            <a:ext cx="113732" cy="33209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551FC6B3-1B8B-B3CE-9867-1668127D72DD}"/>
              </a:ext>
            </a:extLst>
          </p:cNvPr>
          <p:cNvSpPr/>
          <p:nvPr/>
        </p:nvSpPr>
        <p:spPr>
          <a:xfrm>
            <a:off x="4933042" y="4215129"/>
            <a:ext cx="162000" cy="1296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D7F4AA7-A56D-B756-61A2-17EC898A6A40}"/>
              </a:ext>
            </a:extLst>
          </p:cNvPr>
          <p:cNvSpPr/>
          <p:nvPr/>
        </p:nvSpPr>
        <p:spPr>
          <a:xfrm>
            <a:off x="6050090" y="1055078"/>
            <a:ext cx="197783" cy="280584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551FC6B3-1B8B-B3CE-9867-1668127D72DD}"/>
              </a:ext>
            </a:extLst>
          </p:cNvPr>
          <p:cNvSpPr/>
          <p:nvPr/>
        </p:nvSpPr>
        <p:spPr>
          <a:xfrm rot="16200000">
            <a:off x="4812843" y="4475525"/>
            <a:ext cx="162000" cy="2160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 5"/>
          <p:cNvSpPr/>
          <p:nvPr/>
        </p:nvSpPr>
        <p:spPr>
          <a:xfrm rot="5902382">
            <a:off x="9305917" y="4603004"/>
            <a:ext cx="578026" cy="513141"/>
          </a:xfrm>
          <a:custGeom>
            <a:avLst/>
            <a:gdLst>
              <a:gd name="connsiteX0" fmla="*/ 0 w 761273"/>
              <a:gd name="connsiteY0" fmla="*/ 0 h 783772"/>
              <a:gd name="connsiteX1" fmla="*/ 200967 w 761273"/>
              <a:gd name="connsiteY1" fmla="*/ 180871 h 783772"/>
              <a:gd name="connsiteX2" fmla="*/ 643094 w 761273"/>
              <a:gd name="connsiteY2" fmla="*/ 211016 h 783772"/>
              <a:gd name="connsiteX3" fmla="*/ 753626 w 761273"/>
              <a:gd name="connsiteY3" fmla="*/ 472273 h 783772"/>
              <a:gd name="connsiteX4" fmla="*/ 482321 w 761273"/>
              <a:gd name="connsiteY4" fmla="*/ 783772 h 783772"/>
              <a:gd name="connsiteX5" fmla="*/ 482321 w 761273"/>
              <a:gd name="connsiteY5" fmla="*/ 783772 h 783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1273" h="783772">
                <a:moveTo>
                  <a:pt x="0" y="0"/>
                </a:moveTo>
                <a:cubicBezTo>
                  <a:pt x="46892" y="72851"/>
                  <a:pt x="93785" y="145702"/>
                  <a:pt x="200967" y="180871"/>
                </a:cubicBezTo>
                <a:cubicBezTo>
                  <a:pt x="308149" y="216040"/>
                  <a:pt x="550984" y="162449"/>
                  <a:pt x="643094" y="211016"/>
                </a:cubicBezTo>
                <a:cubicBezTo>
                  <a:pt x="735204" y="259583"/>
                  <a:pt x="780421" y="376814"/>
                  <a:pt x="753626" y="472273"/>
                </a:cubicBezTo>
                <a:cubicBezTo>
                  <a:pt x="726831" y="567732"/>
                  <a:pt x="482321" y="783772"/>
                  <a:pt x="482321" y="783772"/>
                </a:cubicBezTo>
                <a:lnTo>
                  <a:pt x="482321" y="783772"/>
                </a:lnTo>
              </a:path>
            </a:pathLst>
          </a:cu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67" name="Group 66"/>
          <p:cNvGrpSpPr/>
          <p:nvPr/>
        </p:nvGrpSpPr>
        <p:grpSpPr>
          <a:xfrm rot="10800000">
            <a:off x="7464689" y="5806866"/>
            <a:ext cx="411480" cy="707272"/>
            <a:chOff x="5054366" y="6231879"/>
            <a:chExt cx="411480" cy="707272"/>
          </a:xfrm>
        </p:grpSpPr>
        <p:sp>
          <p:nvSpPr>
            <p:cNvPr id="8" name="Cylinder 7">
              <a:extLst>
                <a:ext uri="{FF2B5EF4-FFF2-40B4-BE49-F238E27FC236}">
                  <a16:creationId xmlns:a16="http://schemas.microsoft.com/office/drawing/2014/main" id="{A728E802-DB44-B94E-AF27-F00A242A2AA7}"/>
                </a:ext>
              </a:extLst>
            </p:cNvPr>
            <p:cNvSpPr/>
            <p:nvPr/>
          </p:nvSpPr>
          <p:spPr>
            <a:xfrm rot="10800000">
              <a:off x="5054366" y="6232186"/>
              <a:ext cx="411480" cy="649224"/>
            </a:xfrm>
            <a:prstGeom prst="can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0466FCD-E399-4182-99DB-B32569F72CB8}"/>
                </a:ext>
              </a:extLst>
            </p:cNvPr>
            <p:cNvSpPr/>
            <p:nvPr/>
          </p:nvSpPr>
          <p:spPr>
            <a:xfrm rot="16200000">
              <a:off x="4981706" y="6424480"/>
              <a:ext cx="548640" cy="163437"/>
            </a:xfrm>
            <a:prstGeom prst="rect">
              <a:avLst/>
            </a:prstGeom>
            <a:gradFill>
              <a:gsLst>
                <a:gs pos="53000">
                  <a:srgbClr val="FF0000"/>
                </a:gs>
                <a:gs pos="89000">
                  <a:schemeClr val="accent1">
                    <a:lumMod val="45000"/>
                    <a:lumOff val="55000"/>
                  </a:schemeClr>
                </a:gs>
                <a:gs pos="9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9E08198C-A32F-1C54-60FC-1990EF0BBB6C}"/>
                </a:ext>
              </a:extLst>
            </p:cNvPr>
            <p:cNvSpPr/>
            <p:nvPr/>
          </p:nvSpPr>
          <p:spPr>
            <a:xfrm rot="16200000">
              <a:off x="5172649" y="6757194"/>
              <a:ext cx="166347" cy="197567"/>
            </a:xfrm>
            <a:prstGeom prst="roundRect">
              <a:avLst/>
            </a:prstGeom>
            <a:solidFill>
              <a:schemeClr val="accent1"/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Freeform 6"/>
          <p:cNvSpPr/>
          <p:nvPr/>
        </p:nvSpPr>
        <p:spPr>
          <a:xfrm rot="5400000">
            <a:off x="9324265" y="4541481"/>
            <a:ext cx="394118" cy="464549"/>
          </a:xfrm>
          <a:custGeom>
            <a:avLst/>
            <a:gdLst>
              <a:gd name="connsiteX0" fmla="*/ 16408 w 699578"/>
              <a:gd name="connsiteY0" fmla="*/ 0 h 905486"/>
              <a:gd name="connsiteX1" fmla="*/ 76698 w 699578"/>
              <a:gd name="connsiteY1" fmla="*/ 311499 h 905486"/>
              <a:gd name="connsiteX2" fmla="*/ 619309 w 699578"/>
              <a:gd name="connsiteY2" fmla="*/ 592853 h 905486"/>
              <a:gd name="connsiteX3" fmla="*/ 659502 w 699578"/>
              <a:gd name="connsiteY3" fmla="*/ 864159 h 905486"/>
              <a:gd name="connsiteX4" fmla="*/ 257568 w 699578"/>
              <a:gd name="connsiteY4" fmla="*/ 904352 h 905486"/>
              <a:gd name="connsiteX5" fmla="*/ 257568 w 699578"/>
              <a:gd name="connsiteY5" fmla="*/ 904352 h 905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9578" h="905486">
                <a:moveTo>
                  <a:pt x="16408" y="0"/>
                </a:moveTo>
                <a:cubicBezTo>
                  <a:pt x="-3689" y="106345"/>
                  <a:pt x="-23785" y="212690"/>
                  <a:pt x="76698" y="311499"/>
                </a:cubicBezTo>
                <a:cubicBezTo>
                  <a:pt x="177181" y="410308"/>
                  <a:pt x="522175" y="500743"/>
                  <a:pt x="619309" y="592853"/>
                </a:cubicBezTo>
                <a:cubicBezTo>
                  <a:pt x="716443" y="684963"/>
                  <a:pt x="719792" y="812243"/>
                  <a:pt x="659502" y="864159"/>
                </a:cubicBezTo>
                <a:cubicBezTo>
                  <a:pt x="599212" y="916075"/>
                  <a:pt x="257568" y="904352"/>
                  <a:pt x="257568" y="904352"/>
                </a:cubicBezTo>
                <a:lnTo>
                  <a:pt x="257568" y="904352"/>
                </a:ln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D67FBB1-94B0-B530-E10E-B31F48D2B026}"/>
              </a:ext>
            </a:extLst>
          </p:cNvPr>
          <p:cNvSpPr txBox="1"/>
          <p:nvPr/>
        </p:nvSpPr>
        <p:spPr>
          <a:xfrm>
            <a:off x="5885153" y="503644"/>
            <a:ext cx="7109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51FC6B3-1B8B-B3CE-9867-1668127D72DD}"/>
              </a:ext>
            </a:extLst>
          </p:cNvPr>
          <p:cNvSpPr/>
          <p:nvPr/>
        </p:nvSpPr>
        <p:spPr>
          <a:xfrm>
            <a:off x="6049059" y="3828393"/>
            <a:ext cx="198000" cy="149878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9" name="Group 48"/>
          <p:cNvGrpSpPr/>
          <p:nvPr/>
        </p:nvGrpSpPr>
        <p:grpSpPr>
          <a:xfrm>
            <a:off x="5692582" y="843947"/>
            <a:ext cx="941832" cy="204947"/>
            <a:chOff x="5662928" y="112249"/>
            <a:chExt cx="941832" cy="20494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2892BE65-342D-D247-B1D4-1FDED00B63FB}"/>
                </a:ext>
              </a:extLst>
            </p:cNvPr>
            <p:cNvSpPr/>
            <p:nvPr/>
          </p:nvSpPr>
          <p:spPr>
            <a:xfrm>
              <a:off x="5817587" y="271477"/>
              <a:ext cx="594360" cy="45719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lowchart: Terminator 13">
              <a:extLst>
                <a:ext uri="{FF2B5EF4-FFF2-40B4-BE49-F238E27FC236}">
                  <a16:creationId xmlns:a16="http://schemas.microsoft.com/office/drawing/2014/main" id="{FBA97B87-1DB8-6A0C-6C8A-7BD8CDC48AD8}"/>
                </a:ext>
              </a:extLst>
            </p:cNvPr>
            <p:cNvSpPr/>
            <p:nvPr/>
          </p:nvSpPr>
          <p:spPr>
            <a:xfrm>
              <a:off x="5662928" y="112249"/>
              <a:ext cx="941832" cy="137938"/>
            </a:xfrm>
            <a:prstGeom prst="flowChartTerminator">
              <a:avLst/>
            </a:prstGeom>
            <a:gradFill>
              <a:gsLst>
                <a:gs pos="23000">
                  <a:schemeClr val="accent6">
                    <a:lumMod val="60000"/>
                    <a:lumOff val="40000"/>
                  </a:schemeClr>
                </a:gs>
                <a:gs pos="0">
                  <a:schemeClr val="accent2">
                    <a:lumMod val="75000"/>
                  </a:schemeClr>
                </a:gs>
                <a:gs pos="11000">
                  <a:schemeClr val="accent5">
                    <a:lumMod val="75000"/>
                  </a:schemeClr>
                </a:gs>
                <a:gs pos="9000">
                  <a:schemeClr val="accent2">
                    <a:lumMod val="75000"/>
                  </a:schemeClr>
                </a:gs>
                <a:gs pos="45000">
                  <a:schemeClr val="accent2">
                    <a:lumMod val="20000"/>
                    <a:lumOff val="80000"/>
                  </a:schemeClr>
                </a:gs>
              </a:gsLst>
              <a:lin ang="6600000" scaled="0"/>
            </a:gradFill>
            <a:effectLst>
              <a:glow>
                <a:schemeClr val="accent1"/>
              </a:glow>
              <a:softEdge rad="0"/>
            </a:effectLst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C100469-4557-27C6-F166-FF80FA8AAC40}"/>
              </a:ext>
            </a:extLst>
          </p:cNvPr>
          <p:cNvCxnSpPr/>
          <p:nvPr/>
        </p:nvCxnSpPr>
        <p:spPr>
          <a:xfrm>
            <a:off x="5479699" y="2795754"/>
            <a:ext cx="1404004" cy="9807"/>
          </a:xfrm>
          <a:prstGeom prst="line">
            <a:avLst/>
          </a:prstGeom>
          <a:ln w="635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26000">
                  <a:srgbClr val="7030A0"/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scene3d>
            <a:camera prst="orthographicFront"/>
            <a:lightRig rig="harsh" dir="t"/>
          </a:scene3d>
          <a:sp3d prstMaterial="powder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Cylinder 14">
            <a:extLst>
              <a:ext uri="{FF2B5EF4-FFF2-40B4-BE49-F238E27FC236}">
                <a16:creationId xmlns:a16="http://schemas.microsoft.com/office/drawing/2014/main" id="{ED7DD9EE-001C-040B-FF7E-ED62568A9342}"/>
              </a:ext>
            </a:extLst>
          </p:cNvPr>
          <p:cNvSpPr/>
          <p:nvPr/>
        </p:nvSpPr>
        <p:spPr>
          <a:xfrm rot="16200000">
            <a:off x="8865170" y="4552673"/>
            <a:ext cx="411480" cy="649224"/>
          </a:xfrm>
          <a:prstGeom prst="can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D1DFDEA-B46A-62DC-DAA3-826696DD817D}"/>
              </a:ext>
            </a:extLst>
          </p:cNvPr>
          <p:cNvSpPr/>
          <p:nvPr/>
        </p:nvSpPr>
        <p:spPr>
          <a:xfrm>
            <a:off x="8854904" y="4796581"/>
            <a:ext cx="548640" cy="163437"/>
          </a:xfrm>
          <a:prstGeom prst="rect">
            <a:avLst/>
          </a:prstGeom>
          <a:gradFill>
            <a:gsLst>
              <a:gs pos="5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18C0119-6AAE-CB6C-EF9A-0FAEFE930AFA}"/>
              </a:ext>
            </a:extLst>
          </p:cNvPr>
          <p:cNvSpPr/>
          <p:nvPr/>
        </p:nvSpPr>
        <p:spPr>
          <a:xfrm>
            <a:off x="8688559" y="4783456"/>
            <a:ext cx="166347" cy="19756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4109CF9-060C-C47F-EC2B-C975FA8AA455}"/>
              </a:ext>
            </a:extLst>
          </p:cNvPr>
          <p:cNvSpPr/>
          <p:nvPr/>
        </p:nvSpPr>
        <p:spPr>
          <a:xfrm rot="16200000">
            <a:off x="5534036" y="4247726"/>
            <a:ext cx="1236749" cy="79250"/>
          </a:xfrm>
          <a:prstGeom prst="rect">
            <a:avLst/>
          </a:prstGeom>
          <a:gradFill>
            <a:gsLst>
              <a:gs pos="5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1C9D3B27-C009-5381-DDCA-61E59212A18E}"/>
              </a:ext>
            </a:extLst>
          </p:cNvPr>
          <p:cNvGrpSpPr/>
          <p:nvPr/>
        </p:nvGrpSpPr>
        <p:grpSpPr>
          <a:xfrm>
            <a:off x="5901664" y="2868413"/>
            <a:ext cx="498877" cy="990445"/>
            <a:chOff x="5169282" y="2604805"/>
            <a:chExt cx="498877" cy="990445"/>
          </a:xfrm>
        </p:grpSpPr>
        <p:sp>
          <p:nvSpPr>
            <p:cNvPr id="40" name="Flowchart: Alternate Process 39">
              <a:extLst>
                <a:ext uri="{FF2B5EF4-FFF2-40B4-BE49-F238E27FC236}">
                  <a16:creationId xmlns:a16="http://schemas.microsoft.com/office/drawing/2014/main" id="{5D987AC9-B0EC-CDC9-9B15-DDA23116AB77}"/>
                </a:ext>
              </a:extLst>
            </p:cNvPr>
            <p:cNvSpPr/>
            <p:nvPr/>
          </p:nvSpPr>
          <p:spPr>
            <a:xfrm>
              <a:off x="5169282" y="2948311"/>
              <a:ext cx="498877" cy="646939"/>
            </a:xfrm>
            <a:prstGeom prst="flowChartAlternateProcess">
              <a:avLst/>
            </a:prstGeom>
            <a:gradFill>
              <a:gsLst>
                <a:gs pos="50000">
                  <a:schemeClr val="accent6">
                    <a:lumMod val="60000"/>
                    <a:lumOff val="40000"/>
                  </a:schemeClr>
                </a:gs>
                <a:gs pos="100000">
                  <a:schemeClr val="tx1"/>
                </a:gs>
                <a:gs pos="0">
                  <a:schemeClr val="tx1"/>
                </a:gs>
                <a:gs pos="100000">
                  <a:schemeClr val="tx1"/>
                </a:gs>
              </a:gsLst>
              <a:lin ang="0" scaled="1"/>
            </a:gra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Isosceles Triangle 41">
              <a:extLst>
                <a:ext uri="{FF2B5EF4-FFF2-40B4-BE49-F238E27FC236}">
                  <a16:creationId xmlns:a16="http://schemas.microsoft.com/office/drawing/2014/main" id="{523C3B16-A42F-909E-DDAA-205336531436}"/>
                </a:ext>
              </a:extLst>
            </p:cNvPr>
            <p:cNvSpPr/>
            <p:nvPr/>
          </p:nvSpPr>
          <p:spPr>
            <a:xfrm>
              <a:off x="5336398" y="2604805"/>
              <a:ext cx="152911" cy="228472"/>
            </a:xfrm>
            <a:prstGeom prst="triangle">
              <a:avLst/>
            </a:prstGeom>
            <a:gradFill>
              <a:gsLst>
                <a:gs pos="53000">
                  <a:srgbClr val="FF0000"/>
                </a:gs>
                <a:gs pos="89000">
                  <a:schemeClr val="accent1">
                    <a:lumMod val="45000"/>
                    <a:lumOff val="55000"/>
                  </a:schemeClr>
                </a:gs>
                <a:gs pos="9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lowchart: Alternate Process 40">
              <a:extLst>
                <a:ext uri="{FF2B5EF4-FFF2-40B4-BE49-F238E27FC236}">
                  <a16:creationId xmlns:a16="http://schemas.microsoft.com/office/drawing/2014/main" id="{D04B4C1B-0607-9C16-D68C-C07C77F6172D}"/>
                </a:ext>
              </a:extLst>
            </p:cNvPr>
            <p:cNvSpPr/>
            <p:nvPr/>
          </p:nvSpPr>
          <p:spPr>
            <a:xfrm>
              <a:off x="5237472" y="2785147"/>
              <a:ext cx="362495" cy="185964"/>
            </a:xfrm>
            <a:prstGeom prst="flowChartAlternateProcess">
              <a:avLst/>
            </a:prstGeom>
            <a:gradFill>
              <a:gsLst>
                <a:gs pos="50000">
                  <a:schemeClr val="accent6">
                    <a:lumMod val="60000"/>
                    <a:lumOff val="40000"/>
                  </a:schemeClr>
                </a:gs>
                <a:gs pos="100000">
                  <a:schemeClr val="tx1"/>
                </a:gs>
                <a:gs pos="0">
                  <a:schemeClr val="tx1"/>
                </a:gs>
                <a:gs pos="100000">
                  <a:schemeClr val="tx1"/>
                </a:gs>
              </a:gsLst>
              <a:lin ang="0" scaled="1"/>
            </a:gra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9E2FFBA9-ED02-8344-4F04-9370964FCF71}"/>
              </a:ext>
            </a:extLst>
          </p:cNvPr>
          <p:cNvGrpSpPr/>
          <p:nvPr/>
        </p:nvGrpSpPr>
        <p:grpSpPr>
          <a:xfrm rot="10800000">
            <a:off x="5893966" y="1782101"/>
            <a:ext cx="498877" cy="990445"/>
            <a:chOff x="5164295" y="2637630"/>
            <a:chExt cx="498877" cy="990445"/>
          </a:xfrm>
        </p:grpSpPr>
        <p:sp>
          <p:nvSpPr>
            <p:cNvPr id="45" name="Flowchart: Alternate Process 44">
              <a:extLst>
                <a:ext uri="{FF2B5EF4-FFF2-40B4-BE49-F238E27FC236}">
                  <a16:creationId xmlns:a16="http://schemas.microsoft.com/office/drawing/2014/main" id="{A86B3D0C-D7AA-F58F-5735-84FE6867AAF1}"/>
                </a:ext>
              </a:extLst>
            </p:cNvPr>
            <p:cNvSpPr/>
            <p:nvPr/>
          </p:nvSpPr>
          <p:spPr>
            <a:xfrm>
              <a:off x="5164295" y="2981136"/>
              <a:ext cx="498877" cy="646939"/>
            </a:xfrm>
            <a:prstGeom prst="flowChartAlternateProcess">
              <a:avLst/>
            </a:prstGeom>
            <a:gradFill>
              <a:gsLst>
                <a:gs pos="50000">
                  <a:schemeClr val="accent6">
                    <a:lumMod val="60000"/>
                    <a:lumOff val="40000"/>
                  </a:schemeClr>
                </a:gs>
                <a:gs pos="100000">
                  <a:schemeClr val="tx1"/>
                </a:gs>
                <a:gs pos="0">
                  <a:schemeClr val="tx1"/>
                </a:gs>
                <a:gs pos="100000">
                  <a:schemeClr val="tx1"/>
                </a:gs>
              </a:gsLst>
              <a:lin ang="0" scaled="1"/>
            </a:gra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Isosceles Triangle 45">
              <a:extLst>
                <a:ext uri="{FF2B5EF4-FFF2-40B4-BE49-F238E27FC236}">
                  <a16:creationId xmlns:a16="http://schemas.microsoft.com/office/drawing/2014/main" id="{3ACFBA19-4723-12D1-B2B3-FFA8DDA77743}"/>
                </a:ext>
              </a:extLst>
            </p:cNvPr>
            <p:cNvSpPr/>
            <p:nvPr/>
          </p:nvSpPr>
          <p:spPr>
            <a:xfrm>
              <a:off x="5331411" y="2637630"/>
              <a:ext cx="152911" cy="228472"/>
            </a:xfrm>
            <a:prstGeom prst="triangle">
              <a:avLst/>
            </a:prstGeom>
            <a:gradFill>
              <a:gsLst>
                <a:gs pos="53000">
                  <a:srgbClr val="FF0000"/>
                </a:gs>
                <a:gs pos="89000">
                  <a:schemeClr val="accent1">
                    <a:lumMod val="45000"/>
                    <a:lumOff val="55000"/>
                  </a:schemeClr>
                </a:gs>
                <a:gs pos="9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lowchart: Alternate Process 46">
              <a:extLst>
                <a:ext uri="{FF2B5EF4-FFF2-40B4-BE49-F238E27FC236}">
                  <a16:creationId xmlns:a16="http://schemas.microsoft.com/office/drawing/2014/main" id="{B4F4F318-5252-6235-7420-B8CB1A68D089}"/>
                </a:ext>
              </a:extLst>
            </p:cNvPr>
            <p:cNvSpPr/>
            <p:nvPr/>
          </p:nvSpPr>
          <p:spPr>
            <a:xfrm>
              <a:off x="5232485" y="2817972"/>
              <a:ext cx="362495" cy="185964"/>
            </a:xfrm>
            <a:prstGeom prst="flowChartAlternateProcess">
              <a:avLst/>
            </a:prstGeom>
            <a:gradFill>
              <a:gsLst>
                <a:gs pos="50000">
                  <a:schemeClr val="accent6">
                    <a:lumMod val="60000"/>
                    <a:lumOff val="40000"/>
                  </a:schemeClr>
                </a:gs>
                <a:gs pos="100000">
                  <a:schemeClr val="tx1"/>
                </a:gs>
                <a:gs pos="0">
                  <a:schemeClr val="tx1"/>
                </a:gs>
                <a:gs pos="100000">
                  <a:schemeClr val="tx1"/>
                </a:gs>
              </a:gsLst>
              <a:lin ang="0" scaled="1"/>
            </a:gra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9DF5ECC0-1497-DDF9-BBF9-35DA6071AD4A}"/>
              </a:ext>
            </a:extLst>
          </p:cNvPr>
          <p:cNvSpPr/>
          <p:nvPr/>
        </p:nvSpPr>
        <p:spPr>
          <a:xfrm rot="10800000">
            <a:off x="6138970" y="4844485"/>
            <a:ext cx="2664000" cy="79250"/>
          </a:xfrm>
          <a:prstGeom prst="rect">
            <a:avLst/>
          </a:prstGeom>
          <a:gradFill>
            <a:gsLst>
              <a:gs pos="5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C0683C-3A2B-3237-AD8D-6BFD1CB8D6F9}"/>
              </a:ext>
            </a:extLst>
          </p:cNvPr>
          <p:cNvSpPr/>
          <p:nvPr/>
        </p:nvSpPr>
        <p:spPr>
          <a:xfrm rot="18746997">
            <a:off x="6053437" y="4512387"/>
            <a:ext cx="144000" cy="756000"/>
          </a:xfrm>
          <a:prstGeom prst="rect">
            <a:avLst/>
          </a:prstGeom>
          <a:solidFill>
            <a:schemeClr val="bg1">
              <a:lumMod val="65000"/>
            </a:schemeClr>
          </a:solidFill>
          <a:scene3d>
            <a:camera prst="orthographicFront"/>
            <a:lightRig rig="threePt" dir="t"/>
          </a:scene3d>
          <a:sp3d>
            <a:bevelT prst="angle"/>
            <a:bevelB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41BBA5A-FE01-90AA-692A-A69A6527CE33}"/>
              </a:ext>
            </a:extLst>
          </p:cNvPr>
          <p:cNvSpPr txBox="1"/>
          <p:nvPr/>
        </p:nvSpPr>
        <p:spPr>
          <a:xfrm>
            <a:off x="6341982" y="1552678"/>
            <a:ext cx="17070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Condenser</a:t>
            </a:r>
          </a:p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(10X, 0.25NA)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875F6A0-2E1C-26EA-4D3C-737F3B4D4D1F}"/>
              </a:ext>
            </a:extLst>
          </p:cNvPr>
          <p:cNvSpPr txBox="1"/>
          <p:nvPr/>
        </p:nvSpPr>
        <p:spPr>
          <a:xfrm>
            <a:off x="6350516" y="3413581"/>
            <a:ext cx="1584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</a:p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(100X, 1.3NA)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3181888-A1C8-0611-A2B7-3ACD423B2EEE}"/>
              </a:ext>
            </a:extLst>
          </p:cNvPr>
          <p:cNvSpPr txBox="1"/>
          <p:nvPr/>
        </p:nvSpPr>
        <p:spPr>
          <a:xfrm>
            <a:off x="6188455" y="4485277"/>
            <a:ext cx="6790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DM1 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48B0CBC-D8E9-2156-AFF5-B14A735427E5}"/>
              </a:ext>
            </a:extLst>
          </p:cNvPr>
          <p:cNvSpPr txBox="1"/>
          <p:nvPr/>
        </p:nvSpPr>
        <p:spPr>
          <a:xfrm>
            <a:off x="5685331" y="6386981"/>
            <a:ext cx="1092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Camera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0E2F301-84CD-72CE-A4DD-F8BD2D56E74D}"/>
              </a:ext>
            </a:extLst>
          </p:cNvPr>
          <p:cNvSpPr txBox="1"/>
          <p:nvPr/>
        </p:nvSpPr>
        <p:spPr>
          <a:xfrm>
            <a:off x="2956394" y="2552614"/>
            <a:ext cx="1473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Sample 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tage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B57C009-F9C2-32ED-9407-725EB29110F7}"/>
              </a:ext>
            </a:extLst>
          </p:cNvPr>
          <p:cNvSpPr txBox="1"/>
          <p:nvPr/>
        </p:nvSpPr>
        <p:spPr>
          <a:xfrm>
            <a:off x="8548853" y="5036291"/>
            <a:ext cx="11607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Laser 1</a:t>
            </a:r>
          </a:p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(1064 nm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037BD43-BA60-7BAE-E5B8-344AF5DD745B}"/>
              </a:ext>
            </a:extLst>
          </p:cNvPr>
          <p:cNvSpPr txBox="1"/>
          <p:nvPr/>
        </p:nvSpPr>
        <p:spPr>
          <a:xfrm>
            <a:off x="7407700" y="4221344"/>
            <a:ext cx="8318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PBS </a:t>
            </a:r>
          </a:p>
        </p:txBody>
      </p:sp>
      <p:sp>
        <p:nvSpPr>
          <p:cNvPr id="4" name="Oval 3"/>
          <p:cNvSpPr/>
          <p:nvPr/>
        </p:nvSpPr>
        <p:spPr>
          <a:xfrm>
            <a:off x="8172827" y="4662022"/>
            <a:ext cx="212118" cy="443619"/>
          </a:xfrm>
          <a:prstGeom prst="ellipse">
            <a:avLst/>
          </a:prstGeom>
          <a:solidFill>
            <a:schemeClr val="accent5">
              <a:lumMod val="20000"/>
              <a:lumOff val="80000"/>
              <a:alpha val="95000"/>
            </a:schemeClr>
          </a:solidFill>
          <a:ln>
            <a:solidFill>
              <a:schemeClr val="accent1">
                <a:shade val="50000"/>
                <a:alpha val="82000"/>
              </a:schemeClr>
            </a:solidFill>
          </a:ln>
          <a:scene3d>
            <a:camera prst="orthographicFront">
              <a:rot lat="0" lon="2700000" rev="0"/>
            </a:camera>
            <a:lightRig rig="threePt" dir="t"/>
          </a:scene3d>
          <a:sp3d>
            <a:bevelT prst="angle"/>
            <a:bevelB prst="convex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46BBCDC-0662-8848-38BF-AA907006025B}"/>
              </a:ext>
            </a:extLst>
          </p:cNvPr>
          <p:cNvSpPr/>
          <p:nvPr/>
        </p:nvSpPr>
        <p:spPr>
          <a:xfrm rot="5400000">
            <a:off x="7168438" y="5355710"/>
            <a:ext cx="1015762" cy="72000"/>
          </a:xfrm>
          <a:prstGeom prst="rect">
            <a:avLst/>
          </a:prstGeom>
          <a:gradFill>
            <a:gsLst>
              <a:gs pos="3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C0AEB34-B8D9-F3EA-C9D7-293064C3137F}"/>
              </a:ext>
            </a:extLst>
          </p:cNvPr>
          <p:cNvSpPr txBox="1"/>
          <p:nvPr/>
        </p:nvSpPr>
        <p:spPr>
          <a:xfrm>
            <a:off x="7808337" y="5815877"/>
            <a:ext cx="12045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Laser 2</a:t>
            </a:r>
          </a:p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(975 nm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037BD43-BA60-7BAE-E5B8-344AF5DD745B}"/>
              </a:ext>
            </a:extLst>
          </p:cNvPr>
          <p:cNvSpPr txBox="1"/>
          <p:nvPr/>
        </p:nvSpPr>
        <p:spPr>
          <a:xfrm>
            <a:off x="7951599" y="4340584"/>
            <a:ext cx="8821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HWP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037BD43-BA60-7BAE-E5B8-344AF5DD745B}"/>
              </a:ext>
            </a:extLst>
          </p:cNvPr>
          <p:cNvSpPr txBox="1"/>
          <p:nvPr/>
        </p:nvSpPr>
        <p:spPr>
          <a:xfrm>
            <a:off x="7839604" y="5232627"/>
            <a:ext cx="909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HWP 2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6D4E28C-F24E-EB6A-B8CC-8428E74DB16D}"/>
              </a:ext>
            </a:extLst>
          </p:cNvPr>
          <p:cNvGrpSpPr/>
          <p:nvPr/>
        </p:nvGrpSpPr>
        <p:grpSpPr>
          <a:xfrm>
            <a:off x="7417949" y="4557538"/>
            <a:ext cx="498877" cy="541761"/>
            <a:chOff x="9060453" y="2087139"/>
            <a:chExt cx="498877" cy="541761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ED9F5FC-1B6D-C71E-62BE-7B0FFD093EB6}"/>
                </a:ext>
              </a:extLst>
            </p:cNvPr>
            <p:cNvSpPr/>
            <p:nvPr/>
          </p:nvSpPr>
          <p:spPr>
            <a:xfrm rot="10800000">
              <a:off x="9060453" y="2087139"/>
              <a:ext cx="498877" cy="536427"/>
            </a:xfrm>
            <a:prstGeom prst="rect">
              <a:avLst/>
            </a:prstGeom>
            <a:gradFill>
              <a:gsLst>
                <a:gs pos="72000">
                  <a:srgbClr val="00B0F0"/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effectLst>
              <a:innerShdw blurRad="63500" dist="50800" dir="2700000">
                <a:prstClr val="black">
                  <a:alpha val="50000"/>
                </a:prstClr>
              </a:inn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7F8053E-FCF7-23A2-0964-892BC29A1B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060453" y="2087139"/>
              <a:ext cx="498877" cy="541761"/>
            </a:xfrm>
            <a:prstGeom prst="line">
              <a:avLst/>
            </a:prstGeom>
            <a:ln w="22225"/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26D4E28C-F24E-EB6A-B8CC-8428E74DB16D}"/>
              </a:ext>
            </a:extLst>
          </p:cNvPr>
          <p:cNvGrpSpPr/>
          <p:nvPr/>
        </p:nvGrpSpPr>
        <p:grpSpPr>
          <a:xfrm>
            <a:off x="5943034" y="5329658"/>
            <a:ext cx="381620" cy="349344"/>
            <a:chOff x="9223953" y="2737866"/>
            <a:chExt cx="435749" cy="378495"/>
          </a:xfrm>
        </p:grpSpPr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4ED9F5FC-1B6D-C71E-62BE-7B0FFD093EB6}"/>
                </a:ext>
              </a:extLst>
            </p:cNvPr>
            <p:cNvSpPr/>
            <p:nvPr/>
          </p:nvSpPr>
          <p:spPr>
            <a:xfrm rot="10800000">
              <a:off x="9223954" y="2737866"/>
              <a:ext cx="435748" cy="378495"/>
            </a:xfrm>
            <a:prstGeom prst="rect">
              <a:avLst/>
            </a:prstGeom>
            <a:gradFill>
              <a:gsLst>
                <a:gs pos="72000">
                  <a:schemeClr val="bg2">
                    <a:lumMod val="50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effectLst>
              <a:innerShdw blurRad="63500" dist="50800" dir="2700000">
                <a:prstClr val="black">
                  <a:alpha val="50000"/>
                </a:prstClr>
              </a:inn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C7F8053E-FCF7-23A2-0964-892BC29A1B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23953" y="2748942"/>
              <a:ext cx="435749" cy="367418"/>
            </a:xfrm>
            <a:prstGeom prst="line">
              <a:avLst/>
            </a:prstGeom>
            <a:ln w="22225"/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8" name="Group 27"/>
          <p:cNvGrpSpPr/>
          <p:nvPr/>
        </p:nvGrpSpPr>
        <p:grpSpPr>
          <a:xfrm>
            <a:off x="5747147" y="5873365"/>
            <a:ext cx="812800" cy="629018"/>
            <a:chOff x="2227291" y="4347997"/>
            <a:chExt cx="812800" cy="629018"/>
          </a:xfrm>
        </p:grpSpPr>
        <p:grpSp>
          <p:nvGrpSpPr>
            <p:cNvPr id="26" name="Group 25"/>
            <p:cNvGrpSpPr/>
            <p:nvPr/>
          </p:nvGrpSpPr>
          <p:grpSpPr>
            <a:xfrm>
              <a:off x="2227291" y="4347997"/>
              <a:ext cx="812800" cy="629018"/>
              <a:chOff x="2227291" y="4347997"/>
              <a:chExt cx="812800" cy="629018"/>
            </a:xfrm>
          </p:grpSpPr>
          <p:sp>
            <p:nvSpPr>
              <p:cNvPr id="25" name="Isosceles Triangle 24"/>
              <p:cNvSpPr/>
              <p:nvPr/>
            </p:nvSpPr>
            <p:spPr>
              <a:xfrm rot="10800000">
                <a:off x="2423874" y="4347997"/>
                <a:ext cx="411982" cy="217371"/>
              </a:xfrm>
              <a:prstGeom prst="triangle">
                <a:avLst/>
              </a:prstGeom>
              <a:gradFill>
                <a:gsLst>
                  <a:gs pos="34000">
                    <a:schemeClr val="bg1">
                      <a:lumMod val="92000"/>
                    </a:schemeClr>
                  </a:gs>
                  <a:gs pos="100000">
                    <a:schemeClr val="tx1"/>
                  </a:gs>
                  <a:gs pos="9000">
                    <a:schemeClr val="tx1"/>
                  </a:gs>
                  <a:gs pos="51000">
                    <a:schemeClr val="accent1">
                      <a:lumMod val="30000"/>
                      <a:lumOff val="70000"/>
                    </a:schemeClr>
                  </a:gs>
                </a:gsLst>
                <a:lin ang="0" scaled="1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94" name="Rectangle: Rounded Corners 36">
                <a:extLst>
                  <a:ext uri="{FF2B5EF4-FFF2-40B4-BE49-F238E27FC236}">
                    <a16:creationId xmlns:a16="http://schemas.microsoft.com/office/drawing/2014/main" id="{D7251CCE-40A9-7186-3FEA-EA2B92A557BB}"/>
                  </a:ext>
                </a:extLst>
              </p:cNvPr>
              <p:cNvSpPr/>
              <p:nvPr/>
            </p:nvSpPr>
            <p:spPr>
              <a:xfrm>
                <a:off x="2446706" y="4476612"/>
                <a:ext cx="360000" cy="144000"/>
              </a:xfrm>
              <a:prstGeom prst="roundRect">
                <a:avLst/>
              </a:prstGeom>
              <a:gradFill>
                <a:gsLst>
                  <a:gs pos="53000">
                    <a:schemeClr val="tx1">
                      <a:lumMod val="50000"/>
                      <a:lumOff val="50000"/>
                    </a:schemeClr>
                  </a:gs>
                  <a:gs pos="100000">
                    <a:schemeClr val="tx1"/>
                  </a:gs>
                  <a:gs pos="9000">
                    <a:schemeClr val="tx1"/>
                  </a:gs>
                  <a:gs pos="100000">
                    <a:schemeClr val="accent1">
                      <a:lumMod val="30000"/>
                      <a:lumOff val="70000"/>
                    </a:schemeClr>
                  </a:gs>
                </a:gsLst>
                <a:lin ang="0" scaled="1"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61A205E6-3C24-66E0-8C7C-C6CA6642BD14}"/>
                  </a:ext>
                </a:extLst>
              </p:cNvPr>
              <p:cNvGrpSpPr/>
              <p:nvPr/>
            </p:nvGrpSpPr>
            <p:grpSpPr>
              <a:xfrm>
                <a:off x="2227291" y="4557536"/>
                <a:ext cx="812800" cy="419479"/>
                <a:chOff x="9012725" y="1957961"/>
                <a:chExt cx="812800" cy="419479"/>
              </a:xfrm>
            </p:grpSpPr>
            <p:sp>
              <p:nvSpPr>
                <p:cNvPr id="36" name="Flowchart: Alternate Process 35">
                  <a:extLst>
                    <a:ext uri="{FF2B5EF4-FFF2-40B4-BE49-F238E27FC236}">
                      <a16:creationId xmlns:a16="http://schemas.microsoft.com/office/drawing/2014/main" id="{44B5977A-D154-0853-135F-8F76AF03564B}"/>
                    </a:ext>
                  </a:extLst>
                </p:cNvPr>
                <p:cNvSpPr/>
                <p:nvPr/>
              </p:nvSpPr>
              <p:spPr>
                <a:xfrm>
                  <a:off x="9112846" y="2125980"/>
                  <a:ext cx="600364" cy="173875"/>
                </a:xfrm>
                <a:prstGeom prst="flowChartAlternateProcess">
                  <a:avLst/>
                </a:prstGeom>
                <a:gradFill flip="none" rotWithShape="1">
                  <a:gsLst>
                    <a:gs pos="63000">
                      <a:schemeClr val="tx1">
                        <a:lumMod val="65000"/>
                        <a:lumOff val="35000"/>
                      </a:schemeClr>
                    </a:gs>
                    <a:gs pos="100000">
                      <a:schemeClr val="tx1"/>
                    </a:gs>
                    <a:gs pos="9000">
                      <a:schemeClr val="tx1"/>
                    </a:gs>
                    <a:gs pos="100000">
                      <a:schemeClr val="accent1">
                        <a:lumMod val="30000"/>
                        <a:lumOff val="70000"/>
                      </a:schemeClr>
                    </a:gs>
                  </a:gsLst>
                  <a:lin ang="0" scaled="1"/>
                  <a:tileRect/>
                </a:gra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Rectangle: Rounded Corners 36">
                  <a:extLst>
                    <a:ext uri="{FF2B5EF4-FFF2-40B4-BE49-F238E27FC236}">
                      <a16:creationId xmlns:a16="http://schemas.microsoft.com/office/drawing/2014/main" id="{D7251CCE-40A9-7186-3FEA-EA2B92A557BB}"/>
                    </a:ext>
                  </a:extLst>
                </p:cNvPr>
                <p:cNvSpPr/>
                <p:nvPr/>
              </p:nvSpPr>
              <p:spPr>
                <a:xfrm>
                  <a:off x="9168264" y="1957961"/>
                  <a:ext cx="489528" cy="168019"/>
                </a:xfrm>
                <a:prstGeom prst="roundRect">
                  <a:avLst/>
                </a:prstGeom>
                <a:gradFill>
                  <a:gsLst>
                    <a:gs pos="5300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/>
                    </a:gs>
                    <a:gs pos="9000">
                      <a:schemeClr val="tx1"/>
                    </a:gs>
                    <a:gs pos="100000">
                      <a:schemeClr val="accent1">
                        <a:lumMod val="30000"/>
                        <a:lumOff val="70000"/>
                      </a:schemeClr>
                    </a:gs>
                  </a:gsLst>
                  <a:lin ang="0" scaled="1"/>
                </a:gra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Minus Sign 37">
                  <a:extLst>
                    <a:ext uri="{FF2B5EF4-FFF2-40B4-BE49-F238E27FC236}">
                      <a16:creationId xmlns:a16="http://schemas.microsoft.com/office/drawing/2014/main" id="{35C69680-DA51-F8C0-725C-89A6085D314C}"/>
                    </a:ext>
                  </a:extLst>
                </p:cNvPr>
                <p:cNvSpPr/>
                <p:nvPr/>
              </p:nvSpPr>
              <p:spPr>
                <a:xfrm>
                  <a:off x="9012725" y="2254594"/>
                  <a:ext cx="812800" cy="122846"/>
                </a:xfrm>
                <a:prstGeom prst="mathMinus">
                  <a:avLst/>
                </a:prstGeom>
                <a:solidFill>
                  <a:schemeClr val="tx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95" name="Rectangle: Rounded Corners 36">
                <a:extLst>
                  <a:ext uri="{FF2B5EF4-FFF2-40B4-BE49-F238E27FC236}">
                    <a16:creationId xmlns:a16="http://schemas.microsoft.com/office/drawing/2014/main" id="{D7251CCE-40A9-7186-3FEA-EA2B92A557BB}"/>
                  </a:ext>
                </a:extLst>
              </p:cNvPr>
              <p:cNvSpPr/>
              <p:nvPr/>
            </p:nvSpPr>
            <p:spPr>
              <a:xfrm>
                <a:off x="2420899" y="4608631"/>
                <a:ext cx="432000" cy="72000"/>
              </a:xfrm>
              <a:prstGeom prst="roundRect">
                <a:avLst/>
              </a:prstGeom>
              <a:gradFill>
                <a:gsLst>
                  <a:gs pos="53000">
                    <a:schemeClr val="bg1">
                      <a:lumMod val="95000"/>
                    </a:schemeClr>
                  </a:gs>
                  <a:gs pos="100000">
                    <a:schemeClr val="tx1"/>
                  </a:gs>
                  <a:gs pos="9000">
                    <a:schemeClr val="tx1"/>
                  </a:gs>
                  <a:gs pos="100000">
                    <a:schemeClr val="accent1">
                      <a:lumMod val="30000"/>
                      <a:lumOff val="70000"/>
                    </a:schemeClr>
                  </a:gs>
                </a:gsLst>
                <a:lin ang="0" scaled="1"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TextBox 26"/>
            <p:cNvSpPr txBox="1"/>
            <p:nvPr/>
          </p:nvSpPr>
          <p:spPr>
            <a:xfrm>
              <a:off x="2361256" y="4710692"/>
              <a:ext cx="530915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rial" panose="020B0604020202020204" pitchFamily="34" charset="0"/>
                  <a:cs typeface="Arial" panose="020B0604020202020204" pitchFamily="34" charset="0"/>
                </a:rPr>
                <a:t>CMOS</a:t>
              </a:r>
              <a:endParaRPr lang="en-IN" sz="9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96" name="TextBox 95">
            <a:extLst>
              <a:ext uri="{FF2B5EF4-FFF2-40B4-BE49-F238E27FC236}">
                <a16:creationId xmlns:a16="http://schemas.microsoft.com/office/drawing/2014/main" id="{8037BD43-BA60-7BAE-E5B8-344AF5DD745B}"/>
              </a:ext>
            </a:extLst>
          </p:cNvPr>
          <p:cNvSpPr txBox="1"/>
          <p:nvPr/>
        </p:nvSpPr>
        <p:spPr>
          <a:xfrm>
            <a:off x="6269355" y="5306882"/>
            <a:ext cx="11996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90:10 BS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6B57C009-F9C2-32ED-9407-725EB29110F7}"/>
              </a:ext>
            </a:extLst>
          </p:cNvPr>
          <p:cNvSpPr txBox="1"/>
          <p:nvPr/>
        </p:nvSpPr>
        <p:spPr>
          <a:xfrm>
            <a:off x="4319485" y="3515481"/>
            <a:ext cx="1403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Spectrometer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3" name="Rectangle 102"/>
          <p:cNvSpPr/>
          <p:nvPr/>
        </p:nvSpPr>
        <p:spPr>
          <a:xfrm flipV="1">
            <a:off x="5808349" y="2825899"/>
            <a:ext cx="703385" cy="45719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04" name="Picture 10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3995" y="3885788"/>
            <a:ext cx="1261981" cy="798645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4474838" y="2420789"/>
            <a:ext cx="13076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Glass Slide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4491949" y="2765278"/>
            <a:ext cx="1207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Cover Slip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7867599" y="2967507"/>
            <a:ext cx="17626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NaBiF</a:t>
            </a:r>
            <a:r>
              <a:rPr 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:Yb:Er</a:t>
            </a:r>
          </a:p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particle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4" name="Picture 1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2032" y="2310223"/>
            <a:ext cx="1908000" cy="652245"/>
          </a:xfrm>
          <a:prstGeom prst="rect">
            <a:avLst/>
          </a:prstGeom>
          <a:scene3d>
            <a:camera prst="orthographicFront">
              <a:rot lat="0" lon="0" rev="20399999"/>
            </a:camera>
            <a:lightRig rig="threePt" dir="t"/>
          </a:scene3d>
        </p:spPr>
      </p:pic>
      <p:sp>
        <p:nvSpPr>
          <p:cNvPr id="89" name="Arc 88"/>
          <p:cNvSpPr/>
          <p:nvPr/>
        </p:nvSpPr>
        <p:spPr>
          <a:xfrm rot="7140071" flipV="1">
            <a:off x="6710958" y="2026624"/>
            <a:ext cx="1539714" cy="2634138"/>
          </a:xfrm>
          <a:prstGeom prst="arc">
            <a:avLst>
              <a:gd name="adj1" fmla="val 11742381"/>
              <a:gd name="adj2" fmla="val 16398681"/>
            </a:avLst>
          </a:prstGeom>
          <a:ln w="38100">
            <a:solidFill>
              <a:schemeClr val="tx1"/>
            </a:solidFill>
            <a:prstDash val="sysDash"/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1C0683C-3A2B-3237-AD8D-6BFD1CB8D6F9}"/>
              </a:ext>
            </a:extLst>
          </p:cNvPr>
          <p:cNvSpPr/>
          <p:nvPr/>
        </p:nvSpPr>
        <p:spPr>
          <a:xfrm rot="18746997">
            <a:off x="4909088" y="5124668"/>
            <a:ext cx="180000" cy="805974"/>
          </a:xfrm>
          <a:prstGeom prst="rect">
            <a:avLst/>
          </a:prstGeom>
          <a:solidFill>
            <a:schemeClr val="accent5">
              <a:lumMod val="60000"/>
              <a:lumOff val="40000"/>
              <a:alpha val="87000"/>
            </a:schemeClr>
          </a:solidFill>
          <a:scene3d>
            <a:camera prst="orthographicFront"/>
            <a:lightRig rig="threePt" dir="t"/>
          </a:scene3d>
          <a:sp3d>
            <a:bevelT prst="angle"/>
            <a:bevelB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Curved Right Arrow 120"/>
          <p:cNvSpPr/>
          <p:nvPr/>
        </p:nvSpPr>
        <p:spPr>
          <a:xfrm rot="4068041">
            <a:off x="4816277" y="5217278"/>
            <a:ext cx="359907" cy="588107"/>
          </a:xfrm>
          <a:prstGeom prst="curvedRightArrow">
            <a:avLst>
              <a:gd name="adj1" fmla="val 14937"/>
              <a:gd name="adj2" fmla="val 36322"/>
              <a:gd name="adj3" fmla="val 25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8037BD43-BA60-7BAE-E5B8-344AF5DD745B}"/>
              </a:ext>
            </a:extLst>
          </p:cNvPr>
          <p:cNvSpPr txBox="1"/>
          <p:nvPr/>
        </p:nvSpPr>
        <p:spPr>
          <a:xfrm>
            <a:off x="4803690" y="5812641"/>
            <a:ext cx="8318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Flip Mirror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6B57C009-F9C2-32ED-9407-725EB29110F7}"/>
              </a:ext>
            </a:extLst>
          </p:cNvPr>
          <p:cNvSpPr txBox="1"/>
          <p:nvPr/>
        </p:nvSpPr>
        <p:spPr>
          <a:xfrm>
            <a:off x="1500493" y="6191806"/>
            <a:ext cx="2479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Avalanche Photo Diode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Oval 97"/>
          <p:cNvSpPr/>
          <p:nvPr/>
        </p:nvSpPr>
        <p:spPr>
          <a:xfrm>
            <a:off x="4130698" y="5320042"/>
            <a:ext cx="212118" cy="443619"/>
          </a:xfrm>
          <a:prstGeom prst="ellipse">
            <a:avLst/>
          </a:prstGeom>
          <a:solidFill>
            <a:schemeClr val="accent5">
              <a:lumMod val="20000"/>
              <a:lumOff val="80000"/>
              <a:alpha val="95000"/>
            </a:schemeClr>
          </a:solidFill>
          <a:ln>
            <a:solidFill>
              <a:schemeClr val="accent1">
                <a:shade val="50000"/>
                <a:alpha val="82000"/>
              </a:schemeClr>
            </a:solidFill>
          </a:ln>
          <a:scene3d>
            <a:camera prst="orthographicFront">
              <a:rot lat="0" lon="2700000" rev="0"/>
            </a:camera>
            <a:lightRig rig="threePt" dir="t"/>
          </a:scene3d>
          <a:sp3d>
            <a:bevelT prst="angle"/>
            <a:bevelB prst="convex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037BD43-BA60-7BAE-E5B8-344AF5DD745B}"/>
              </a:ext>
            </a:extLst>
          </p:cNvPr>
          <p:cNvSpPr txBox="1"/>
          <p:nvPr/>
        </p:nvSpPr>
        <p:spPr>
          <a:xfrm>
            <a:off x="3694151" y="5679775"/>
            <a:ext cx="11513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660 nm Filter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6B57C009-F9C2-32ED-9407-725EB29110F7}"/>
              </a:ext>
            </a:extLst>
          </p:cNvPr>
          <p:cNvSpPr txBox="1"/>
          <p:nvPr/>
        </p:nvSpPr>
        <p:spPr>
          <a:xfrm>
            <a:off x="9566274" y="2946877"/>
            <a:ext cx="14033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 Generator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Left Brace 21"/>
          <p:cNvSpPr/>
          <p:nvPr/>
        </p:nvSpPr>
        <p:spPr>
          <a:xfrm>
            <a:off x="4422881" y="2473399"/>
            <a:ext cx="261251" cy="618892"/>
          </a:xfrm>
          <a:prstGeom prst="leftBrace">
            <a:avLst>
              <a:gd name="adj1" fmla="val 8333"/>
              <a:gd name="adj2" fmla="val 51332"/>
            </a:avLst>
          </a:prstGeom>
          <a:noFill/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33" name="Picture 3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969" y="3565927"/>
            <a:ext cx="1469624" cy="1064699"/>
          </a:xfrm>
          <a:prstGeom prst="rect">
            <a:avLst/>
          </a:prstGeom>
        </p:spPr>
      </p:pic>
      <p:sp>
        <p:nvSpPr>
          <p:cNvPr id="79" name="Rectangle 78">
            <a:extLst>
              <a:ext uri="{FF2B5EF4-FFF2-40B4-BE49-F238E27FC236}">
                <a16:creationId xmlns:a16="http://schemas.microsoft.com/office/drawing/2014/main" id="{E4109CF9-060C-C47F-EC2B-C975FA8AA455}"/>
              </a:ext>
            </a:extLst>
          </p:cNvPr>
          <p:cNvSpPr/>
          <p:nvPr/>
        </p:nvSpPr>
        <p:spPr>
          <a:xfrm rot="16200000">
            <a:off x="5977027" y="1555576"/>
            <a:ext cx="360000" cy="79250"/>
          </a:xfrm>
          <a:prstGeom prst="rect">
            <a:avLst/>
          </a:prstGeom>
          <a:gradFill>
            <a:gsLst>
              <a:gs pos="5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551FC6B3-1B8B-B3CE-9867-1668127D72DD}"/>
              </a:ext>
            </a:extLst>
          </p:cNvPr>
          <p:cNvSpPr/>
          <p:nvPr/>
        </p:nvSpPr>
        <p:spPr>
          <a:xfrm rot="16200000">
            <a:off x="3940172" y="5334211"/>
            <a:ext cx="162000" cy="4215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/>
          <p:cNvSpPr/>
          <p:nvPr/>
        </p:nvSpPr>
        <p:spPr>
          <a:xfrm>
            <a:off x="8168670" y="4671700"/>
            <a:ext cx="212118" cy="443619"/>
          </a:xfrm>
          <a:prstGeom prst="ellipse">
            <a:avLst/>
          </a:prstGeom>
          <a:solidFill>
            <a:schemeClr val="accent5">
              <a:lumMod val="20000"/>
              <a:lumOff val="80000"/>
              <a:alpha val="95000"/>
            </a:schemeClr>
          </a:solidFill>
          <a:ln>
            <a:solidFill>
              <a:schemeClr val="accent1">
                <a:shade val="50000"/>
                <a:alpha val="82000"/>
              </a:schemeClr>
            </a:solidFill>
          </a:ln>
          <a:scene3d>
            <a:camera prst="orthographicFront">
              <a:rot lat="0" lon="2700000" rev="0"/>
            </a:camera>
            <a:lightRig rig="threePt" dir="t"/>
          </a:scene3d>
          <a:sp3d>
            <a:bevelT prst="angle"/>
            <a:bevelB prst="convex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6" name="Oval 85"/>
          <p:cNvSpPr/>
          <p:nvPr/>
        </p:nvSpPr>
        <p:spPr>
          <a:xfrm rot="5400000">
            <a:off x="7577082" y="5126935"/>
            <a:ext cx="212118" cy="443619"/>
          </a:xfrm>
          <a:prstGeom prst="ellipse">
            <a:avLst/>
          </a:prstGeom>
          <a:solidFill>
            <a:schemeClr val="accent5">
              <a:lumMod val="20000"/>
              <a:lumOff val="80000"/>
              <a:alpha val="95000"/>
            </a:schemeClr>
          </a:solidFill>
          <a:ln>
            <a:solidFill>
              <a:schemeClr val="accent1">
                <a:shade val="50000"/>
                <a:alpha val="82000"/>
              </a:schemeClr>
            </a:solidFill>
          </a:ln>
          <a:scene3d>
            <a:camera prst="orthographicFront">
              <a:rot lat="0" lon="2700000" rev="0"/>
            </a:camera>
            <a:lightRig rig="threePt" dir="t"/>
          </a:scene3d>
          <a:sp3d>
            <a:bevelT prst="angle"/>
            <a:bevelB prst="convex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9DF5ECC0-1497-DDF9-BBF9-35DA6071AD4A}"/>
              </a:ext>
            </a:extLst>
          </p:cNvPr>
          <p:cNvSpPr/>
          <p:nvPr/>
        </p:nvSpPr>
        <p:spPr>
          <a:xfrm rot="10800000">
            <a:off x="7923704" y="4845581"/>
            <a:ext cx="348656" cy="79250"/>
          </a:xfrm>
          <a:prstGeom prst="rect">
            <a:avLst/>
          </a:prstGeom>
          <a:gradFill>
            <a:gsLst>
              <a:gs pos="5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246BBCDC-0662-8848-38BF-AA907006025B}"/>
              </a:ext>
            </a:extLst>
          </p:cNvPr>
          <p:cNvSpPr/>
          <p:nvPr/>
        </p:nvSpPr>
        <p:spPr>
          <a:xfrm rot="5400000">
            <a:off x="7548034" y="5191632"/>
            <a:ext cx="253492" cy="72000"/>
          </a:xfrm>
          <a:prstGeom prst="rect">
            <a:avLst/>
          </a:prstGeom>
          <a:gradFill>
            <a:gsLst>
              <a:gs pos="3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41C0683C-3A2B-3237-AD8D-6BFD1CB8D6F9}"/>
              </a:ext>
            </a:extLst>
          </p:cNvPr>
          <p:cNvSpPr/>
          <p:nvPr/>
        </p:nvSpPr>
        <p:spPr>
          <a:xfrm>
            <a:off x="5551968" y="1150534"/>
            <a:ext cx="180000" cy="602575"/>
          </a:xfrm>
          <a:prstGeom prst="rect">
            <a:avLst/>
          </a:prstGeom>
          <a:pattFill prst="pct90">
            <a:fgClr>
              <a:schemeClr val="bg1">
                <a:lumMod val="65000"/>
              </a:schemeClr>
            </a:fgClr>
            <a:bgClr>
              <a:schemeClr val="bg1"/>
            </a:bgClr>
          </a:pattFill>
          <a:effectLst>
            <a:glow>
              <a:schemeClr val="accent1">
                <a:alpha val="40000"/>
              </a:schemeClr>
            </a:glow>
          </a:effectLst>
          <a:scene3d>
            <a:camera prst="orthographicFront">
              <a:rot lat="2400000" lon="19799980" rev="0"/>
            </a:camera>
            <a:lightRig rig="balanced" dir="t"/>
          </a:scene3d>
          <a:sp3d extrusionH="44450" prstMaterial="metal">
            <a:bevelT w="0" h="0" prst="angle"/>
            <a:bevelB w="0" h="0"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E4109CF9-060C-C47F-EC2B-C975FA8AA455}"/>
              </a:ext>
            </a:extLst>
          </p:cNvPr>
          <p:cNvSpPr/>
          <p:nvPr/>
        </p:nvSpPr>
        <p:spPr>
          <a:xfrm>
            <a:off x="5658385" y="1411549"/>
            <a:ext cx="540000" cy="72000"/>
          </a:xfrm>
          <a:prstGeom prst="rect">
            <a:avLst/>
          </a:prstGeom>
          <a:gradFill>
            <a:gsLst>
              <a:gs pos="5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41C0683C-3A2B-3237-AD8D-6BFD1CB8D6F9}"/>
              </a:ext>
            </a:extLst>
          </p:cNvPr>
          <p:cNvSpPr/>
          <p:nvPr/>
        </p:nvSpPr>
        <p:spPr>
          <a:xfrm rot="18480000">
            <a:off x="6113617" y="1127948"/>
            <a:ext cx="108000" cy="648000"/>
          </a:xfrm>
          <a:prstGeom prst="rect">
            <a:avLst/>
          </a:prstGeom>
          <a:solidFill>
            <a:schemeClr val="bg1">
              <a:lumMod val="65000"/>
            </a:schemeClr>
          </a:solidFill>
          <a:scene3d>
            <a:camera prst="orthographicFront"/>
            <a:lightRig rig="threePt" dir="t"/>
          </a:scene3d>
          <a:sp3d>
            <a:bevelT prst="angle"/>
            <a:bevelB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D0E2F301-84CD-72CE-A4DD-F8BD2D56E74D}"/>
              </a:ext>
            </a:extLst>
          </p:cNvPr>
          <p:cNvSpPr txBox="1"/>
          <p:nvPr/>
        </p:nvSpPr>
        <p:spPr>
          <a:xfrm>
            <a:off x="4121198" y="1220337"/>
            <a:ext cx="1473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Laser Blocker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3181888-A1C8-0611-A2B7-3ACD423B2EEE}"/>
              </a:ext>
            </a:extLst>
          </p:cNvPr>
          <p:cNvSpPr txBox="1"/>
          <p:nvPr/>
        </p:nvSpPr>
        <p:spPr>
          <a:xfrm>
            <a:off x="6226555" y="1189627"/>
            <a:ext cx="6790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DM2 </a:t>
            </a:r>
          </a:p>
        </p:txBody>
      </p:sp>
    </p:spTree>
    <p:extLst>
      <p:ext uri="{BB962C8B-B14F-4D97-AF65-F5344CB8AC3E}">
        <p14:creationId xmlns:p14="http://schemas.microsoft.com/office/powerpoint/2010/main" val="25326212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277" y="3165342"/>
            <a:ext cx="3420000" cy="3148139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703" y="3165341"/>
            <a:ext cx="3420000" cy="3151968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14" t="5119" r="2583" b="6623"/>
          <a:stretch/>
        </p:blipFill>
        <p:spPr>
          <a:xfrm>
            <a:off x="7821724" y="3216903"/>
            <a:ext cx="3854463" cy="300128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637347" y="433337"/>
            <a:ext cx="4119224" cy="262312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TextBox 13"/>
          <p:cNvSpPr txBox="1"/>
          <p:nvPr/>
        </p:nvSpPr>
        <p:spPr>
          <a:xfrm>
            <a:off x="9170321" y="1484067"/>
            <a:ext cx="14570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Raman Plot</a:t>
            </a:r>
            <a:endParaRPr lang="en-IN" dirty="0"/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" t="25868" r="95583" b="30528"/>
          <a:stretch/>
        </p:blipFill>
        <p:spPr>
          <a:xfrm>
            <a:off x="7669920" y="4103860"/>
            <a:ext cx="161853" cy="1384119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989" t="93427" r="34796" b="-494"/>
          <a:stretch/>
        </p:blipFill>
        <p:spPr>
          <a:xfrm>
            <a:off x="9506935" y="6210119"/>
            <a:ext cx="944545" cy="206725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7637346" y="3165342"/>
            <a:ext cx="4119227" cy="32316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9" name="Picture 8"/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215277" y="433335"/>
            <a:ext cx="3420000" cy="26280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08205" y="362211"/>
            <a:ext cx="3590855" cy="2645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8021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019"/>
          <a:stretch/>
        </p:blipFill>
        <p:spPr>
          <a:xfrm>
            <a:off x="3857000" y="258932"/>
            <a:ext cx="3578411" cy="3037162"/>
          </a:xfrm>
          <a:prstGeom prst="rect">
            <a:avLst/>
          </a:prstGeom>
        </p:spPr>
      </p:pic>
      <p:cxnSp>
        <p:nvCxnSpPr>
          <p:cNvPr id="6" name="Straight Connector 5"/>
          <p:cNvCxnSpPr/>
          <p:nvPr/>
        </p:nvCxnSpPr>
        <p:spPr>
          <a:xfrm>
            <a:off x="3945866" y="3148028"/>
            <a:ext cx="756000" cy="4618"/>
          </a:xfrm>
          <a:prstGeom prst="line">
            <a:avLst/>
          </a:prstGeom>
          <a:ln w="571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856998" y="2778696"/>
            <a:ext cx="11455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500 nm</a:t>
            </a:r>
            <a:endParaRPr lang="en-IN" sz="1600" dirty="0">
              <a:solidFill>
                <a:srgbClr val="FFFF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271"/>
          <a:stretch/>
        </p:blipFill>
        <p:spPr>
          <a:xfrm>
            <a:off x="248982" y="258931"/>
            <a:ext cx="3528286" cy="3047796"/>
          </a:xfrm>
          <a:prstGeom prst="rect">
            <a:avLst/>
          </a:prstGeom>
        </p:spPr>
      </p:pic>
      <p:cxnSp>
        <p:nvCxnSpPr>
          <p:cNvPr id="5" name="Straight Connector 4"/>
          <p:cNvCxnSpPr/>
          <p:nvPr/>
        </p:nvCxnSpPr>
        <p:spPr>
          <a:xfrm>
            <a:off x="361845" y="3152646"/>
            <a:ext cx="1180226" cy="9236"/>
          </a:xfrm>
          <a:prstGeom prst="line">
            <a:avLst/>
          </a:prstGeom>
          <a:ln w="571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69078" y="2778696"/>
            <a:ext cx="11455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 µm</a:t>
            </a:r>
            <a:endParaRPr lang="en-IN" sz="1600" dirty="0">
              <a:solidFill>
                <a:srgbClr val="FFFF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6" name="Straight Arrow Connector 15"/>
          <p:cNvCxnSpPr/>
          <p:nvPr/>
        </p:nvCxnSpPr>
        <p:spPr>
          <a:xfrm flipV="1">
            <a:off x="5713535" y="2216443"/>
            <a:ext cx="71055" cy="114300"/>
          </a:xfrm>
          <a:prstGeom prst="straightConnector1">
            <a:avLst/>
          </a:prstGeom>
          <a:ln>
            <a:solidFill>
              <a:srgbClr val="FFFF00"/>
            </a:solidFill>
            <a:headEnd type="triangl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 rot="18026576">
            <a:off x="5127969" y="1802754"/>
            <a:ext cx="11455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94.98 nm</a:t>
            </a:r>
            <a:endParaRPr lang="en-IN" sz="1600" dirty="0">
              <a:solidFill>
                <a:srgbClr val="FFFF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450582" y="-40962"/>
            <a:ext cx="5124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082309" y="-40962"/>
            <a:ext cx="52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44091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277" y="3165342"/>
            <a:ext cx="3420000" cy="3148139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703" y="3165341"/>
            <a:ext cx="3420000" cy="3151968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14" t="5119" r="2583" b="6623"/>
          <a:stretch/>
        </p:blipFill>
        <p:spPr>
          <a:xfrm>
            <a:off x="7821724" y="3216903"/>
            <a:ext cx="3854463" cy="300128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637347" y="433337"/>
            <a:ext cx="4119224" cy="262312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TextBox 13"/>
          <p:cNvSpPr txBox="1"/>
          <p:nvPr/>
        </p:nvSpPr>
        <p:spPr>
          <a:xfrm>
            <a:off x="9170321" y="1484067"/>
            <a:ext cx="14570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Raman Plot</a:t>
            </a:r>
            <a:endParaRPr lang="en-IN" dirty="0"/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" t="25868" r="95583" b="30528"/>
          <a:stretch/>
        </p:blipFill>
        <p:spPr>
          <a:xfrm>
            <a:off x="7669920" y="4103860"/>
            <a:ext cx="161853" cy="1384119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989" t="93427" r="34796" b="-494"/>
          <a:stretch/>
        </p:blipFill>
        <p:spPr>
          <a:xfrm>
            <a:off x="9506935" y="6210119"/>
            <a:ext cx="944545" cy="206725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7637346" y="3165342"/>
            <a:ext cx="4119227" cy="32316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9" name="Picture 8"/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215277" y="433335"/>
            <a:ext cx="3420000" cy="26280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08205" y="362211"/>
            <a:ext cx="3590855" cy="2645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0346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352711" y="1424154"/>
            <a:ext cx="4856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438707" y="1823701"/>
            <a:ext cx="371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438708" y="2219780"/>
            <a:ext cx="3699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28558" y="3403882"/>
            <a:ext cx="2801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 rot="16200000">
            <a:off x="502737" y="2419362"/>
            <a:ext cx="1725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Transmittance (%)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887692" y="3609975"/>
            <a:ext cx="5590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3500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467767" y="3763332"/>
            <a:ext cx="19736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Wavenumber (cm</a:t>
            </a:r>
            <a:r>
              <a:rPr lang="en-IN" sz="16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-1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02" t="14861" r="9488" b="11806"/>
          <a:stretch/>
        </p:blipFill>
        <p:spPr>
          <a:xfrm>
            <a:off x="1714501" y="1428750"/>
            <a:ext cx="3067049" cy="22585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440383" y="2613341"/>
            <a:ext cx="3699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440383" y="3005226"/>
            <a:ext cx="3699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316421" y="3609975"/>
            <a:ext cx="5590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3000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753526" y="3609975"/>
            <a:ext cx="5590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170534" y="3609975"/>
            <a:ext cx="5590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597587" y="3609975"/>
            <a:ext cx="5590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009570" y="3609975"/>
            <a:ext cx="5590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451696" y="3609975"/>
            <a:ext cx="5590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472360" y="3609975"/>
            <a:ext cx="5590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362236" y="4072104"/>
            <a:ext cx="4856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448232" y="4471651"/>
            <a:ext cx="371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448233" y="4867730"/>
            <a:ext cx="3699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538083" y="6051832"/>
            <a:ext cx="2801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 rot="16200000">
            <a:off x="392309" y="4918783"/>
            <a:ext cx="19655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Intensity (arb.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897217" y="6257925"/>
            <a:ext cx="5590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3500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2477292" y="6411282"/>
            <a:ext cx="19736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Binding energy (eV)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449908" y="5261291"/>
            <a:ext cx="3699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449908" y="5653176"/>
            <a:ext cx="3699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2325946" y="6257925"/>
            <a:ext cx="5590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3000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2763051" y="6257925"/>
            <a:ext cx="5590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3180059" y="6257925"/>
            <a:ext cx="5590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3607112" y="6257925"/>
            <a:ext cx="5590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4019095" y="6257925"/>
            <a:ext cx="5590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4461221" y="6257925"/>
            <a:ext cx="5590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481885" y="6257925"/>
            <a:ext cx="5590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1724025" y="4076700"/>
            <a:ext cx="3048000" cy="22479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0" name="Rectangle 49"/>
          <p:cNvSpPr/>
          <p:nvPr/>
        </p:nvSpPr>
        <p:spPr>
          <a:xfrm>
            <a:off x="1724025" y="152400"/>
            <a:ext cx="3048000" cy="120015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1" name="TextBox 50"/>
          <p:cNvSpPr txBox="1"/>
          <p:nvPr/>
        </p:nvSpPr>
        <p:spPr>
          <a:xfrm>
            <a:off x="2991282" y="4976476"/>
            <a:ext cx="6377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XPS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2562657" y="556876"/>
            <a:ext cx="13806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FTIR Schematic 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3" name="Picture 5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3413" y="250027"/>
            <a:ext cx="3846909" cy="6681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78860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877" t="7884" r="5654" b="12448"/>
          <a:stretch/>
        </p:blipFill>
        <p:spPr>
          <a:xfrm>
            <a:off x="4546141" y="406400"/>
            <a:ext cx="2964872" cy="2148134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14" t="5119" r="2583" b="6623"/>
          <a:stretch/>
        </p:blipFill>
        <p:spPr>
          <a:xfrm>
            <a:off x="8597338" y="3626363"/>
            <a:ext cx="3854463" cy="300128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8412960" y="3574802"/>
            <a:ext cx="4119227" cy="32316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TextBox 15"/>
          <p:cNvSpPr txBox="1"/>
          <p:nvPr/>
        </p:nvSpPr>
        <p:spPr>
          <a:xfrm>
            <a:off x="1706824" y="2612504"/>
            <a:ext cx="169822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Wavelength (nm)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/>
              <p:cNvSpPr txBox="1"/>
              <p:nvPr/>
            </p:nvSpPr>
            <p:spPr>
              <a:xfrm>
                <a:off x="5827585" y="2612878"/>
                <a:ext cx="78816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16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Θ</m:t>
                    </m:r>
                    <m:r>
                      <a:rPr lang="en-IN" sz="16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(°)</m:t>
                    </m:r>
                  </m:oMath>
                </a14:m>
                <a:endParaRPr lang="en-IN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7585" y="2612878"/>
                <a:ext cx="788161" cy="338554"/>
              </a:xfrm>
              <a:prstGeom prst="rect">
                <a:avLst/>
              </a:prstGeom>
              <a:blipFill>
                <a:blip r:embed="rId4"/>
                <a:stretch>
                  <a:fillRect l="-4651" t="-5455" b="-2363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/>
          <p:cNvSpPr txBox="1"/>
          <p:nvPr/>
        </p:nvSpPr>
        <p:spPr>
          <a:xfrm rot="16200000">
            <a:off x="7617601" y="4857107"/>
            <a:ext cx="1775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Intensity (arb.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9761941" y="6519446"/>
            <a:ext cx="22664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Wavelength (nm)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450109" y="482321"/>
            <a:ext cx="1004835" cy="34164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5" name="TextBox 24"/>
          <p:cNvSpPr txBox="1"/>
          <p:nvPr/>
        </p:nvSpPr>
        <p:spPr>
          <a:xfrm>
            <a:off x="3881812" y="76329"/>
            <a:ext cx="469721" cy="3761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136902" y="74746"/>
            <a:ext cx="512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60" t="7199" r="5776" b="15746"/>
          <a:stretch/>
        </p:blipFill>
        <p:spPr>
          <a:xfrm>
            <a:off x="1108352" y="378692"/>
            <a:ext cx="3125343" cy="219825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 rot="16200000">
            <a:off x="-123757" y="1242230"/>
            <a:ext cx="181282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Intensity (arb.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23561" y="235434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28179" y="748052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37416" y="1283761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837415" y="1837943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911311" y="2373651"/>
            <a:ext cx="3171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179166" y="2466015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802620" y="2470633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2421457" y="2470633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049530" y="2470633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612948" y="2470633"/>
            <a:ext cx="5434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4353699" y="2369033"/>
            <a:ext cx="3171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4182822" y="249288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4187440" y="771142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4187441" y="1297615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187440" y="1842561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580714" y="2451870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976002" y="2456632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371289" y="2451870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5752287" y="2456633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142814" y="2451870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6538102" y="2451870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6923864" y="2451870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7323914" y="2451870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176" y="3058757"/>
            <a:ext cx="7193903" cy="2987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3502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E6C7041-26CE-D618-DFB8-AE4CC0B33E81}"/>
              </a:ext>
            </a:extLst>
          </p:cNvPr>
          <p:cNvGrpSpPr/>
          <p:nvPr/>
        </p:nvGrpSpPr>
        <p:grpSpPr>
          <a:xfrm>
            <a:off x="3273835" y="408592"/>
            <a:ext cx="531221" cy="5969972"/>
            <a:chOff x="287930" y="353062"/>
            <a:chExt cx="531221" cy="5969972"/>
          </a:xfrm>
        </p:grpSpPr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22D9D4FA-62B1-6336-B45E-A7DE832E0BDE}"/>
                </a:ext>
              </a:extLst>
            </p:cNvPr>
            <p:cNvGrpSpPr/>
            <p:nvPr/>
          </p:nvGrpSpPr>
          <p:grpSpPr>
            <a:xfrm flipV="1">
              <a:off x="614363" y="353062"/>
              <a:ext cx="204788" cy="5822436"/>
              <a:chOff x="628650" y="676782"/>
              <a:chExt cx="204788" cy="6083142"/>
            </a:xfrm>
          </p:grpSpPr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E260C3D6-0F06-0C88-8235-69E4BEB9306B}"/>
                  </a:ext>
                </a:extLst>
              </p:cNvPr>
              <p:cNvCxnSpPr/>
              <p:nvPr/>
            </p:nvCxnSpPr>
            <p:spPr>
              <a:xfrm>
                <a:off x="816293" y="676782"/>
                <a:ext cx="12381" cy="6083142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21F2EB3F-AB54-7426-B118-4E259AE26175}"/>
                  </a:ext>
                </a:extLst>
              </p:cNvPr>
              <p:cNvCxnSpPr/>
              <p:nvPr/>
            </p:nvCxnSpPr>
            <p:spPr>
              <a:xfrm>
                <a:off x="633413" y="683418"/>
                <a:ext cx="18288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7BD84D66-DF69-8B80-FA0E-0EA8A49D5075}"/>
                  </a:ext>
                </a:extLst>
              </p:cNvPr>
              <p:cNvCxnSpPr/>
              <p:nvPr/>
            </p:nvCxnSpPr>
            <p:spPr>
              <a:xfrm>
                <a:off x="633413" y="1630054"/>
                <a:ext cx="18288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A1CF2CCF-AAB2-7B1C-DC71-097D84FD272F}"/>
                  </a:ext>
                </a:extLst>
              </p:cNvPr>
              <p:cNvCxnSpPr/>
              <p:nvPr/>
            </p:nvCxnSpPr>
            <p:spPr>
              <a:xfrm>
                <a:off x="628650" y="4492159"/>
                <a:ext cx="18288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CBBBE5CA-5AD9-0DD8-0141-5855480BB574}"/>
                  </a:ext>
                </a:extLst>
              </p:cNvPr>
              <p:cNvCxnSpPr/>
              <p:nvPr/>
            </p:nvCxnSpPr>
            <p:spPr>
              <a:xfrm>
                <a:off x="633413" y="2584627"/>
                <a:ext cx="18288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FF2B5EF4-FFF2-40B4-BE49-F238E27FC236}">
                    <a16:creationId xmlns:a16="http://schemas.microsoft.com/office/drawing/2014/main" id="{DD4B1B47-4D5F-1BC3-C4C7-2178593DD344}"/>
                  </a:ext>
                </a:extLst>
              </p:cNvPr>
              <p:cNvCxnSpPr/>
              <p:nvPr/>
            </p:nvCxnSpPr>
            <p:spPr>
              <a:xfrm>
                <a:off x="633413" y="3533390"/>
                <a:ext cx="18288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FF2B5EF4-FFF2-40B4-BE49-F238E27FC236}">
                    <a16:creationId xmlns:a16="http://schemas.microsoft.com/office/drawing/2014/main" id="{F284FA0A-B58F-E533-5771-52972C1C4813}"/>
                  </a:ext>
                </a:extLst>
              </p:cNvPr>
              <p:cNvCxnSpPr/>
              <p:nvPr/>
            </p:nvCxnSpPr>
            <p:spPr>
              <a:xfrm>
                <a:off x="630238" y="6418178"/>
                <a:ext cx="18288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>
                <a:extLst>
                  <a:ext uri="{FF2B5EF4-FFF2-40B4-BE49-F238E27FC236}">
                    <a16:creationId xmlns:a16="http://schemas.microsoft.com/office/drawing/2014/main" id="{F88B9D93-84A3-C39E-17B2-7286034E9E02}"/>
                  </a:ext>
                </a:extLst>
              </p:cNvPr>
              <p:cNvCxnSpPr/>
              <p:nvPr/>
            </p:nvCxnSpPr>
            <p:spPr>
              <a:xfrm>
                <a:off x="635318" y="5441179"/>
                <a:ext cx="18288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CBB0FDA1-F6C7-0B5F-EF2E-2EECAEB267D2}"/>
                  </a:ext>
                </a:extLst>
              </p:cNvPr>
              <p:cNvCxnSpPr/>
              <p:nvPr/>
            </p:nvCxnSpPr>
            <p:spPr>
              <a:xfrm>
                <a:off x="681038" y="1148105"/>
                <a:ext cx="13716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FF2B5EF4-FFF2-40B4-BE49-F238E27FC236}">
                    <a16:creationId xmlns:a16="http://schemas.microsoft.com/office/drawing/2014/main" id="{76B3F2D9-C678-29C6-A637-9C01BBCFEDBD}"/>
                  </a:ext>
                </a:extLst>
              </p:cNvPr>
              <p:cNvCxnSpPr/>
              <p:nvPr/>
            </p:nvCxnSpPr>
            <p:spPr>
              <a:xfrm>
                <a:off x="691514" y="2125105"/>
                <a:ext cx="13716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Straight Connector 92">
                <a:extLst>
                  <a:ext uri="{FF2B5EF4-FFF2-40B4-BE49-F238E27FC236}">
                    <a16:creationId xmlns:a16="http://schemas.microsoft.com/office/drawing/2014/main" id="{9E681B2D-DFB3-6823-BF68-457587B1059D}"/>
                  </a:ext>
                </a:extLst>
              </p:cNvPr>
              <p:cNvCxnSpPr/>
              <p:nvPr/>
            </p:nvCxnSpPr>
            <p:spPr>
              <a:xfrm>
                <a:off x="681038" y="3999493"/>
                <a:ext cx="13716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>
                <a:extLst>
                  <a:ext uri="{FF2B5EF4-FFF2-40B4-BE49-F238E27FC236}">
                    <a16:creationId xmlns:a16="http://schemas.microsoft.com/office/drawing/2014/main" id="{D20F4102-599C-3BA3-D330-A04B28682C7E}"/>
                  </a:ext>
                </a:extLst>
              </p:cNvPr>
              <p:cNvCxnSpPr/>
              <p:nvPr/>
            </p:nvCxnSpPr>
            <p:spPr>
              <a:xfrm>
                <a:off x="688658" y="3049030"/>
                <a:ext cx="13716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Straight Connector 94">
                <a:extLst>
                  <a:ext uri="{FF2B5EF4-FFF2-40B4-BE49-F238E27FC236}">
                    <a16:creationId xmlns:a16="http://schemas.microsoft.com/office/drawing/2014/main" id="{6749C5CA-B7B2-786F-D56C-C6217A69EC94}"/>
                  </a:ext>
                </a:extLst>
              </p:cNvPr>
              <p:cNvCxnSpPr/>
              <p:nvPr/>
            </p:nvCxnSpPr>
            <p:spPr>
              <a:xfrm>
                <a:off x="681038" y="4961186"/>
                <a:ext cx="13716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2D7A2BE3-20D6-64F2-ACE8-71B3FE05075B}"/>
                  </a:ext>
                </a:extLst>
              </p:cNvPr>
              <p:cNvCxnSpPr/>
              <p:nvPr/>
            </p:nvCxnSpPr>
            <p:spPr>
              <a:xfrm>
                <a:off x="681038" y="5938185"/>
                <a:ext cx="13716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6DAC3F01-6927-4FAB-B721-00177EF199FB}"/>
                  </a:ext>
                </a:extLst>
              </p:cNvPr>
              <p:cNvCxnSpPr/>
              <p:nvPr/>
            </p:nvCxnSpPr>
            <p:spPr>
              <a:xfrm>
                <a:off x="696278" y="6754195"/>
                <a:ext cx="13716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FB89469A-DC41-BB9E-36FF-A3BDCE807B4B}"/>
                </a:ext>
              </a:extLst>
            </p:cNvPr>
            <p:cNvSpPr txBox="1"/>
            <p:nvPr/>
          </p:nvSpPr>
          <p:spPr>
            <a:xfrm>
              <a:off x="385568" y="6015257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DC1CBAFE-1698-AB6C-5099-2E2E777C9820}"/>
                </a:ext>
              </a:extLst>
            </p:cNvPr>
            <p:cNvSpPr txBox="1"/>
            <p:nvPr/>
          </p:nvSpPr>
          <p:spPr>
            <a:xfrm>
              <a:off x="287930" y="2368252"/>
              <a:ext cx="3642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20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AAB7CBC-A7F4-EB11-4CCD-55C011464483}"/>
                </a:ext>
              </a:extLst>
            </p:cNvPr>
            <p:cNvSpPr txBox="1"/>
            <p:nvPr/>
          </p:nvSpPr>
          <p:spPr>
            <a:xfrm>
              <a:off x="338324" y="5109192"/>
              <a:ext cx="27443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6300F719-8EFF-576F-2E63-4F280A7AF6BF}"/>
                </a:ext>
              </a:extLst>
            </p:cNvPr>
            <p:cNvSpPr txBox="1"/>
            <p:nvPr/>
          </p:nvSpPr>
          <p:spPr>
            <a:xfrm>
              <a:off x="304893" y="4182325"/>
              <a:ext cx="3642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338948EC-5285-A168-C2CC-3CF7737B13FA}"/>
                </a:ext>
              </a:extLst>
            </p:cNvPr>
            <p:cNvSpPr txBox="1"/>
            <p:nvPr/>
          </p:nvSpPr>
          <p:spPr>
            <a:xfrm>
              <a:off x="304893" y="1453555"/>
              <a:ext cx="3642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25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59C3ED0D-13DF-915E-CC3F-C858FDC492B2}"/>
                </a:ext>
              </a:extLst>
            </p:cNvPr>
            <p:cNvSpPr txBox="1"/>
            <p:nvPr/>
          </p:nvSpPr>
          <p:spPr>
            <a:xfrm>
              <a:off x="292137" y="3255458"/>
              <a:ext cx="3642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15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FDECDD7D-CBE0-CED2-E098-681349F6F050}"/>
                </a:ext>
              </a:extLst>
            </p:cNvPr>
            <p:cNvSpPr txBox="1"/>
            <p:nvPr/>
          </p:nvSpPr>
          <p:spPr>
            <a:xfrm>
              <a:off x="288061" y="524416"/>
              <a:ext cx="3642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30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D3BF7E29-8111-3413-36B0-FFC589082537}"/>
              </a:ext>
            </a:extLst>
          </p:cNvPr>
          <p:cNvGrpSpPr/>
          <p:nvPr/>
        </p:nvGrpSpPr>
        <p:grpSpPr>
          <a:xfrm>
            <a:off x="3961862" y="4254441"/>
            <a:ext cx="1828800" cy="1943278"/>
            <a:chOff x="1524000" y="4231310"/>
            <a:chExt cx="1828800" cy="1943278"/>
          </a:xfrm>
        </p:grpSpPr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F7099CFD-2334-214F-1A8F-4262517E3E97}"/>
                </a:ext>
              </a:extLst>
            </p:cNvPr>
            <p:cNvCxnSpPr/>
            <p:nvPr/>
          </p:nvCxnSpPr>
          <p:spPr>
            <a:xfrm>
              <a:off x="1524000" y="6174588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C210387A-E51A-E229-CB77-F0F8B2F0CB08}"/>
                </a:ext>
              </a:extLst>
            </p:cNvPr>
            <p:cNvCxnSpPr/>
            <p:nvPr/>
          </p:nvCxnSpPr>
          <p:spPr>
            <a:xfrm>
              <a:off x="1524000" y="4231310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1E65930D-8200-B12C-94EE-374AD3268A8F}"/>
              </a:ext>
            </a:extLst>
          </p:cNvPr>
          <p:cNvGrpSpPr/>
          <p:nvPr/>
        </p:nvGrpSpPr>
        <p:grpSpPr>
          <a:xfrm>
            <a:off x="6272550" y="1024595"/>
            <a:ext cx="2266982" cy="5184911"/>
            <a:chOff x="4753429" y="996030"/>
            <a:chExt cx="1828800" cy="5184911"/>
          </a:xfrm>
        </p:grpSpPr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10471CB-A5DD-B18E-3DEE-AFBDDF597471}"/>
                </a:ext>
              </a:extLst>
            </p:cNvPr>
            <p:cNvCxnSpPr/>
            <p:nvPr/>
          </p:nvCxnSpPr>
          <p:spPr>
            <a:xfrm>
              <a:off x="4753429" y="6180941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6ABB9FE8-79DD-911E-C39B-4AADA8631C5D}"/>
                </a:ext>
              </a:extLst>
            </p:cNvPr>
            <p:cNvCxnSpPr/>
            <p:nvPr/>
          </p:nvCxnSpPr>
          <p:spPr>
            <a:xfrm>
              <a:off x="4753429" y="4258528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32C35814-4945-29EB-00B0-9D0405426408}"/>
                </a:ext>
              </a:extLst>
            </p:cNvPr>
            <p:cNvCxnSpPr/>
            <p:nvPr/>
          </p:nvCxnSpPr>
          <p:spPr>
            <a:xfrm>
              <a:off x="4753429" y="4850601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8FF5B75E-1D72-BF4C-74F3-C31FD8BFD46E}"/>
                </a:ext>
              </a:extLst>
            </p:cNvPr>
            <p:cNvCxnSpPr/>
            <p:nvPr/>
          </p:nvCxnSpPr>
          <p:spPr>
            <a:xfrm>
              <a:off x="4753429" y="2694805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9A203B54-CB5D-F5DE-E087-AB5E5154527A}"/>
                </a:ext>
              </a:extLst>
            </p:cNvPr>
            <p:cNvCxnSpPr/>
            <p:nvPr/>
          </p:nvCxnSpPr>
          <p:spPr>
            <a:xfrm>
              <a:off x="4753429" y="3475787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8562A0C3-0023-8778-82A0-8E982B1B7CE8}"/>
                </a:ext>
              </a:extLst>
            </p:cNvPr>
            <p:cNvCxnSpPr/>
            <p:nvPr/>
          </p:nvCxnSpPr>
          <p:spPr>
            <a:xfrm>
              <a:off x="4753429" y="3968417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A8577E53-FEE1-A259-F05D-A8E5EC2B2E7E}"/>
                </a:ext>
              </a:extLst>
            </p:cNvPr>
            <p:cNvCxnSpPr/>
            <p:nvPr/>
          </p:nvCxnSpPr>
          <p:spPr>
            <a:xfrm>
              <a:off x="4753429" y="1656428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B4055E0F-001C-A152-941B-F2C6862725A8}"/>
                </a:ext>
              </a:extLst>
            </p:cNvPr>
            <p:cNvCxnSpPr/>
            <p:nvPr/>
          </p:nvCxnSpPr>
          <p:spPr>
            <a:xfrm>
              <a:off x="4753429" y="2884668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C3D43300-D544-EA23-885E-BC836B4DFBA5}"/>
                </a:ext>
              </a:extLst>
            </p:cNvPr>
            <p:cNvCxnSpPr/>
            <p:nvPr/>
          </p:nvCxnSpPr>
          <p:spPr>
            <a:xfrm>
              <a:off x="4753429" y="1926429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95CFD796-105E-24EB-64A3-EACF24DF6602}"/>
                </a:ext>
              </a:extLst>
            </p:cNvPr>
            <p:cNvCxnSpPr/>
            <p:nvPr/>
          </p:nvCxnSpPr>
          <p:spPr>
            <a:xfrm>
              <a:off x="4753429" y="2436615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AD8AA499-5875-4C6F-44EE-F139C5E1FF47}"/>
                </a:ext>
              </a:extLst>
            </p:cNvPr>
            <p:cNvCxnSpPr/>
            <p:nvPr/>
          </p:nvCxnSpPr>
          <p:spPr>
            <a:xfrm>
              <a:off x="4753429" y="996030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E052A176-E93B-8424-B81F-BA2D8FC5A732}"/>
              </a:ext>
            </a:extLst>
          </p:cNvPr>
          <p:cNvSpPr txBox="1"/>
          <p:nvPr/>
        </p:nvSpPr>
        <p:spPr>
          <a:xfrm rot="16200000">
            <a:off x="1615893" y="3176107"/>
            <a:ext cx="27061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Energy (x 10</a:t>
            </a:r>
            <a:r>
              <a:rPr lang="en-US" sz="24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cm</a:t>
            </a:r>
            <a:r>
              <a:rPr lang="en-US" sz="24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-1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D3CCB9-91CC-72FE-23F7-5B777E582649}"/>
              </a:ext>
            </a:extLst>
          </p:cNvPr>
          <p:cNvSpPr txBox="1"/>
          <p:nvPr/>
        </p:nvSpPr>
        <p:spPr>
          <a:xfrm>
            <a:off x="8569654" y="5950493"/>
            <a:ext cx="671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15/2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518DBA-84AE-8AC2-2830-7B2379E60EF2}"/>
              </a:ext>
            </a:extLst>
          </p:cNvPr>
          <p:cNvSpPr txBox="1"/>
          <p:nvPr/>
        </p:nvSpPr>
        <p:spPr>
          <a:xfrm>
            <a:off x="8561666" y="4246922"/>
            <a:ext cx="6625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11/2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FFE971-938B-A242-6D2B-0DA911EC01A3}"/>
              </a:ext>
            </a:extLst>
          </p:cNvPr>
          <p:cNvSpPr txBox="1"/>
          <p:nvPr/>
        </p:nvSpPr>
        <p:spPr>
          <a:xfrm>
            <a:off x="8530707" y="4743103"/>
            <a:ext cx="671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13/2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C0A9167-F6C3-86E6-6709-88EC48004650}"/>
              </a:ext>
            </a:extLst>
          </p:cNvPr>
          <p:cNvSpPr txBox="1"/>
          <p:nvPr/>
        </p:nvSpPr>
        <p:spPr>
          <a:xfrm>
            <a:off x="8422320" y="732550"/>
            <a:ext cx="7619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11/2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FED877-485E-C258-B2CA-279AB44A3925}"/>
              </a:ext>
            </a:extLst>
          </p:cNvPr>
          <p:cNvSpPr txBox="1"/>
          <p:nvPr/>
        </p:nvSpPr>
        <p:spPr>
          <a:xfrm>
            <a:off x="8516286" y="2735459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3/2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3CFBE72-EB0F-4A9C-081B-091FFC1F23BB}"/>
              </a:ext>
            </a:extLst>
          </p:cNvPr>
          <p:cNvSpPr txBox="1"/>
          <p:nvPr/>
        </p:nvSpPr>
        <p:spPr>
          <a:xfrm>
            <a:off x="8381957" y="3155340"/>
            <a:ext cx="6447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9/2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7CE0AA-BC06-60A5-2691-B703E212D4B0}"/>
              </a:ext>
            </a:extLst>
          </p:cNvPr>
          <p:cNvSpPr txBox="1"/>
          <p:nvPr/>
        </p:nvSpPr>
        <p:spPr>
          <a:xfrm>
            <a:off x="4452895" y="6365787"/>
            <a:ext cx="974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Yb</a:t>
            </a:r>
            <a:r>
              <a:rPr lang="en-US" sz="24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9508D46-9CC6-9EE0-5BD3-23D34934A0D3}"/>
              </a:ext>
            </a:extLst>
          </p:cNvPr>
          <p:cNvSpPr txBox="1"/>
          <p:nvPr/>
        </p:nvSpPr>
        <p:spPr>
          <a:xfrm>
            <a:off x="7328331" y="6382387"/>
            <a:ext cx="974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</a:t>
            </a:r>
            <a:r>
              <a:rPr lang="en-US" sz="24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8DDA99C-822F-E2D0-5CFF-D5133E08E567}"/>
              </a:ext>
            </a:extLst>
          </p:cNvPr>
          <p:cNvSpPr txBox="1"/>
          <p:nvPr/>
        </p:nvSpPr>
        <p:spPr>
          <a:xfrm>
            <a:off x="8573183" y="3750741"/>
            <a:ext cx="5870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9/2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A6F3393-A101-1716-6F9E-961D7FAA1387}"/>
              </a:ext>
            </a:extLst>
          </p:cNvPr>
          <p:cNvSpPr txBox="1"/>
          <p:nvPr/>
        </p:nvSpPr>
        <p:spPr>
          <a:xfrm>
            <a:off x="8410060" y="2135634"/>
            <a:ext cx="6447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7/2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A0FAC13-7F64-3BF2-A16A-09EADCCA2E2A}"/>
              </a:ext>
            </a:extLst>
          </p:cNvPr>
          <p:cNvSpPr txBox="1"/>
          <p:nvPr/>
        </p:nvSpPr>
        <p:spPr>
          <a:xfrm>
            <a:off x="8521955" y="2440197"/>
            <a:ext cx="7619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11/2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8728C71-679C-8EF5-7FF3-1D090A6CBB46}"/>
              </a:ext>
            </a:extLst>
          </p:cNvPr>
          <p:cNvSpPr txBox="1"/>
          <p:nvPr/>
        </p:nvSpPr>
        <p:spPr>
          <a:xfrm>
            <a:off x="8509071" y="1653733"/>
            <a:ext cx="6447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3/2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EC4CA8F-1FB3-F314-83A0-6EE125CB8F97}"/>
              </a:ext>
            </a:extLst>
          </p:cNvPr>
          <p:cNvSpPr txBox="1"/>
          <p:nvPr/>
        </p:nvSpPr>
        <p:spPr>
          <a:xfrm>
            <a:off x="8450721" y="1361546"/>
            <a:ext cx="6864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9/2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246D945-2C1C-42F8-7C1C-94445C91B0F5}"/>
              </a:ext>
            </a:extLst>
          </p:cNvPr>
          <p:cNvSpPr txBox="1"/>
          <p:nvPr/>
        </p:nvSpPr>
        <p:spPr>
          <a:xfrm>
            <a:off x="5619181" y="5900699"/>
            <a:ext cx="6447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7/2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4969F16-6A4B-5F8B-F746-C99C15A7B250}"/>
              </a:ext>
            </a:extLst>
          </p:cNvPr>
          <p:cNvSpPr txBox="1"/>
          <p:nvPr/>
        </p:nvSpPr>
        <p:spPr>
          <a:xfrm>
            <a:off x="5569069" y="4222135"/>
            <a:ext cx="6447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5/2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EB34EB6-CA0E-5CD8-BE23-DD0BC5727D36}"/>
              </a:ext>
            </a:extLst>
          </p:cNvPr>
          <p:cNvCxnSpPr/>
          <p:nvPr/>
        </p:nvCxnSpPr>
        <p:spPr>
          <a:xfrm flipV="1">
            <a:off x="4754229" y="4263498"/>
            <a:ext cx="0" cy="1943278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B6E9197-9DDB-599B-8AC4-71B9CC0418EE}"/>
              </a:ext>
            </a:extLst>
          </p:cNvPr>
          <p:cNvCxnSpPr/>
          <p:nvPr/>
        </p:nvCxnSpPr>
        <p:spPr>
          <a:xfrm>
            <a:off x="5113293" y="4266225"/>
            <a:ext cx="0" cy="1943278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headEnd type="none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Arc 60">
            <a:extLst>
              <a:ext uri="{FF2B5EF4-FFF2-40B4-BE49-F238E27FC236}">
                <a16:creationId xmlns:a16="http://schemas.microsoft.com/office/drawing/2014/main" id="{2FA6D32C-6FD6-5C36-4660-BC669551EA00}"/>
              </a:ext>
            </a:extLst>
          </p:cNvPr>
          <p:cNvSpPr/>
          <p:nvPr/>
        </p:nvSpPr>
        <p:spPr>
          <a:xfrm rot="14329537">
            <a:off x="5534053" y="3230731"/>
            <a:ext cx="949867" cy="1259415"/>
          </a:xfrm>
          <a:prstGeom prst="arc">
            <a:avLst>
              <a:gd name="adj1" fmla="val 16116946"/>
              <a:gd name="adj2" fmla="val 5316624"/>
            </a:avLst>
          </a:prstGeom>
          <a:ln w="25400">
            <a:solidFill>
              <a:schemeClr val="tx1"/>
            </a:solidFill>
            <a:prstDash val="dash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C2DD230F-0803-0F22-30F9-5072BFCF433E}"/>
              </a:ext>
            </a:extLst>
          </p:cNvPr>
          <p:cNvGrpSpPr/>
          <p:nvPr/>
        </p:nvGrpSpPr>
        <p:grpSpPr>
          <a:xfrm>
            <a:off x="5328790" y="1361548"/>
            <a:ext cx="1334182" cy="2904679"/>
            <a:chOff x="4946791" y="2230661"/>
            <a:chExt cx="1506559" cy="2000648"/>
          </a:xfrm>
        </p:grpSpPr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3C54E397-6D6A-9167-4ED7-313CA59B6873}"/>
                </a:ext>
              </a:extLst>
            </p:cNvPr>
            <p:cNvCxnSpPr>
              <a:cxnSpLocks/>
              <a:endCxn id="59" idx="0"/>
            </p:cNvCxnSpPr>
            <p:nvPr/>
          </p:nvCxnSpPr>
          <p:spPr>
            <a:xfrm flipV="1">
              <a:off x="4946791" y="2440873"/>
              <a:ext cx="28001" cy="1790436"/>
            </a:xfrm>
            <a:prstGeom prst="line">
              <a:avLst/>
            </a:prstGeom>
            <a:ln w="254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Arc 58">
              <a:extLst>
                <a:ext uri="{FF2B5EF4-FFF2-40B4-BE49-F238E27FC236}">
                  <a16:creationId xmlns:a16="http://schemas.microsoft.com/office/drawing/2014/main" id="{A2859666-3FCB-9EDF-2D1F-C09716031CD8}"/>
                </a:ext>
              </a:extLst>
            </p:cNvPr>
            <p:cNvSpPr/>
            <p:nvPr/>
          </p:nvSpPr>
          <p:spPr>
            <a:xfrm rot="16200000">
              <a:off x="5514195" y="1690153"/>
              <a:ext cx="398648" cy="1479663"/>
            </a:xfrm>
            <a:prstGeom prst="arc">
              <a:avLst>
                <a:gd name="adj1" fmla="val 16116946"/>
                <a:gd name="adj2" fmla="val 5316624"/>
              </a:avLst>
            </a:prstGeom>
            <a:ln w="25400">
              <a:solidFill>
                <a:schemeClr val="tx1"/>
              </a:solidFill>
              <a:prstDash val="dash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Arc 28">
            <a:extLst>
              <a:ext uri="{FF2B5EF4-FFF2-40B4-BE49-F238E27FC236}">
                <a16:creationId xmlns:a16="http://schemas.microsoft.com/office/drawing/2014/main" id="{5A30CF11-C61D-E79E-CEB0-BC114C09103C}"/>
              </a:ext>
            </a:extLst>
          </p:cNvPr>
          <p:cNvSpPr/>
          <p:nvPr/>
        </p:nvSpPr>
        <p:spPr>
          <a:xfrm rot="16200000">
            <a:off x="5762934" y="3890956"/>
            <a:ext cx="496214" cy="786582"/>
          </a:xfrm>
          <a:prstGeom prst="arc">
            <a:avLst>
              <a:gd name="adj1" fmla="val 16486163"/>
              <a:gd name="adj2" fmla="val 5724375"/>
            </a:avLst>
          </a:prstGeom>
          <a:ln w="25400">
            <a:solidFill>
              <a:schemeClr val="tx1"/>
            </a:solidFill>
            <a:prstDash val="dash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D47C9E6-5FCD-4656-78C8-484FB1948697}"/>
              </a:ext>
            </a:extLst>
          </p:cNvPr>
          <p:cNvCxnSpPr>
            <a:cxnSpLocks/>
          </p:cNvCxnSpPr>
          <p:nvPr/>
        </p:nvCxnSpPr>
        <p:spPr>
          <a:xfrm flipV="1">
            <a:off x="6738662" y="2454070"/>
            <a:ext cx="0" cy="1858741"/>
          </a:xfrm>
          <a:prstGeom prst="straightConnector1">
            <a:avLst/>
          </a:prstGeom>
          <a:ln w="38100">
            <a:solidFill>
              <a:schemeClr val="tx1"/>
            </a:solidFill>
            <a:prstDash val="solid"/>
            <a:headEnd type="none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3E2F3F8-8B77-425C-601C-5C494AFCA57F}"/>
              </a:ext>
            </a:extLst>
          </p:cNvPr>
          <p:cNvCxnSpPr/>
          <p:nvPr/>
        </p:nvCxnSpPr>
        <p:spPr>
          <a:xfrm flipV="1">
            <a:off x="6443048" y="4335469"/>
            <a:ext cx="0" cy="1839285"/>
          </a:xfrm>
          <a:prstGeom prst="straightConnector1">
            <a:avLst/>
          </a:prstGeom>
          <a:ln w="38100">
            <a:solidFill>
              <a:schemeClr val="tx1"/>
            </a:solidFill>
            <a:prstDash val="solid"/>
            <a:headEnd type="none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39919D8-0A41-9BDD-E866-1CFC0AD44FAE}"/>
              </a:ext>
            </a:extLst>
          </p:cNvPr>
          <p:cNvCxnSpPr>
            <a:cxnSpLocks/>
          </p:cNvCxnSpPr>
          <p:nvPr/>
        </p:nvCxnSpPr>
        <p:spPr>
          <a:xfrm flipV="1">
            <a:off x="6900002" y="1684993"/>
            <a:ext cx="0" cy="1798599"/>
          </a:xfrm>
          <a:prstGeom prst="straightConnector1">
            <a:avLst/>
          </a:prstGeom>
          <a:ln w="38100">
            <a:solidFill>
              <a:schemeClr val="tx1"/>
            </a:solidFill>
            <a:prstDash val="solid"/>
            <a:headEnd type="none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04B3C81-8787-EEBF-2E14-168044535C12}"/>
              </a:ext>
            </a:extLst>
          </p:cNvPr>
          <p:cNvCxnSpPr>
            <a:cxnSpLocks/>
          </p:cNvCxnSpPr>
          <p:nvPr/>
        </p:nvCxnSpPr>
        <p:spPr>
          <a:xfrm flipH="1">
            <a:off x="7335117" y="1684991"/>
            <a:ext cx="1353" cy="4563232"/>
          </a:xfrm>
          <a:prstGeom prst="straightConnector1">
            <a:avLst/>
          </a:prstGeom>
          <a:ln w="19050">
            <a:solidFill>
              <a:srgbClr val="0070C0"/>
            </a:solidFill>
            <a:prstDash val="solid"/>
            <a:headEnd type="none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F72BCB5-6B81-DE57-212E-FB1E6C27AD3F}"/>
              </a:ext>
            </a:extLst>
          </p:cNvPr>
          <p:cNvCxnSpPr>
            <a:cxnSpLocks/>
          </p:cNvCxnSpPr>
          <p:nvPr/>
        </p:nvCxnSpPr>
        <p:spPr>
          <a:xfrm flipH="1">
            <a:off x="7453905" y="2906016"/>
            <a:ext cx="35283" cy="3339808"/>
          </a:xfrm>
          <a:prstGeom prst="straightConnector1">
            <a:avLst/>
          </a:prstGeom>
          <a:ln w="19050">
            <a:solidFill>
              <a:srgbClr val="00B050"/>
            </a:solidFill>
            <a:prstDash val="solid"/>
            <a:headEnd type="none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7244E03A-A291-DF17-EFB7-01E16DF2D1C6}"/>
              </a:ext>
            </a:extLst>
          </p:cNvPr>
          <p:cNvSpPr txBox="1"/>
          <p:nvPr/>
        </p:nvSpPr>
        <p:spPr>
          <a:xfrm rot="16200000">
            <a:off x="7083098" y="5206814"/>
            <a:ext cx="105954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560 nm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D18B17C-8B69-1BEC-C7AF-145D971FDD7A}"/>
              </a:ext>
            </a:extLst>
          </p:cNvPr>
          <p:cNvSpPr txBox="1"/>
          <p:nvPr/>
        </p:nvSpPr>
        <p:spPr>
          <a:xfrm rot="16200000">
            <a:off x="6629099" y="5417375"/>
            <a:ext cx="10462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412 nm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C28CE82-8835-2276-C3EB-D74D600F1575}"/>
              </a:ext>
            </a:extLst>
          </p:cNvPr>
          <p:cNvSpPr txBox="1"/>
          <p:nvPr/>
        </p:nvSpPr>
        <p:spPr>
          <a:xfrm rot="16200000">
            <a:off x="4591314" y="5129908"/>
            <a:ext cx="6062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GSA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0C4050A-5C39-86CB-AA1C-B40753FCFF51}"/>
              </a:ext>
            </a:extLst>
          </p:cNvPr>
          <p:cNvSpPr txBox="1"/>
          <p:nvPr/>
        </p:nvSpPr>
        <p:spPr>
          <a:xfrm rot="16200000">
            <a:off x="6233962" y="2957110"/>
            <a:ext cx="615670" cy="3375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ESA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700F4B6-B6C5-7490-1F01-0974F010618A}"/>
              </a:ext>
            </a:extLst>
          </p:cNvPr>
          <p:cNvSpPr txBox="1"/>
          <p:nvPr/>
        </p:nvSpPr>
        <p:spPr>
          <a:xfrm>
            <a:off x="5694331" y="2456085"/>
            <a:ext cx="4571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</a:t>
            </a:r>
          </a:p>
        </p:txBody>
      </p:sp>
      <p:sp>
        <p:nvSpPr>
          <p:cNvPr id="40" name="Lightning Bolt 39">
            <a:extLst>
              <a:ext uri="{FF2B5EF4-FFF2-40B4-BE49-F238E27FC236}">
                <a16:creationId xmlns:a16="http://schemas.microsoft.com/office/drawing/2014/main" id="{83F073E8-F171-675E-BD15-4D460C156C76}"/>
              </a:ext>
            </a:extLst>
          </p:cNvPr>
          <p:cNvSpPr/>
          <p:nvPr/>
        </p:nvSpPr>
        <p:spPr>
          <a:xfrm rot="20590028">
            <a:off x="3996962" y="5159435"/>
            <a:ext cx="524282" cy="933750"/>
          </a:xfrm>
          <a:prstGeom prst="lightningBol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6A5F9B0-3ED5-5EFF-DB6D-A398E9F63461}"/>
              </a:ext>
            </a:extLst>
          </p:cNvPr>
          <p:cNvSpPr txBox="1"/>
          <p:nvPr/>
        </p:nvSpPr>
        <p:spPr>
          <a:xfrm>
            <a:off x="3734128" y="4703418"/>
            <a:ext cx="9893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975 nm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F6B0777-B1B0-55A4-EDB6-335170DF81B8}"/>
              </a:ext>
            </a:extLst>
          </p:cNvPr>
          <p:cNvSpPr/>
          <p:nvPr/>
        </p:nvSpPr>
        <p:spPr>
          <a:xfrm>
            <a:off x="1251392" y="229179"/>
            <a:ext cx="10354235" cy="67015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1F295-4652-FC2C-8B95-F02842DF5FF5}"/>
              </a:ext>
            </a:extLst>
          </p:cNvPr>
          <p:cNvCxnSpPr>
            <a:cxnSpLocks/>
          </p:cNvCxnSpPr>
          <p:nvPr/>
        </p:nvCxnSpPr>
        <p:spPr>
          <a:xfrm flipH="1">
            <a:off x="8370262" y="3504350"/>
            <a:ext cx="22722" cy="2715826"/>
          </a:xfrm>
          <a:prstGeom prst="straightConnector1">
            <a:avLst/>
          </a:prstGeom>
          <a:ln w="38100">
            <a:solidFill>
              <a:srgbClr val="FF0000"/>
            </a:solidFill>
            <a:prstDash val="solid"/>
            <a:headEnd type="none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B8B06E63-779D-F8C9-0543-369ED99CEE41}"/>
              </a:ext>
            </a:extLst>
          </p:cNvPr>
          <p:cNvSpPr txBox="1"/>
          <p:nvPr/>
        </p:nvSpPr>
        <p:spPr>
          <a:xfrm rot="16200000">
            <a:off x="7691151" y="5222203"/>
            <a:ext cx="1059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660 nm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716764B-7556-E58F-19BA-A082D6F60E96}"/>
              </a:ext>
            </a:extLst>
          </p:cNvPr>
          <p:cNvSpPr txBox="1"/>
          <p:nvPr/>
        </p:nvSpPr>
        <p:spPr>
          <a:xfrm rot="16200000">
            <a:off x="6584910" y="4382953"/>
            <a:ext cx="4796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NR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546B25CE-60BF-B97E-C130-ED4C9D768C7A}"/>
              </a:ext>
            </a:extLst>
          </p:cNvPr>
          <p:cNvCxnSpPr>
            <a:cxnSpLocks/>
          </p:cNvCxnSpPr>
          <p:nvPr/>
        </p:nvCxnSpPr>
        <p:spPr>
          <a:xfrm flipV="1">
            <a:off x="7015384" y="3483590"/>
            <a:ext cx="7474" cy="1381810"/>
          </a:xfrm>
          <a:prstGeom prst="straightConnector1">
            <a:avLst/>
          </a:prstGeom>
          <a:ln w="38100">
            <a:solidFill>
              <a:schemeClr val="tx1"/>
            </a:solidFill>
            <a:prstDash val="solid"/>
            <a:headEnd type="none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A1544D3A-2394-E573-57C8-8D29D02375D2}"/>
              </a:ext>
            </a:extLst>
          </p:cNvPr>
          <p:cNvCxnSpPr>
            <a:cxnSpLocks/>
          </p:cNvCxnSpPr>
          <p:nvPr/>
        </p:nvCxnSpPr>
        <p:spPr>
          <a:xfrm>
            <a:off x="6649870" y="4321846"/>
            <a:ext cx="0" cy="535855"/>
          </a:xfrm>
          <a:prstGeom prst="straightConnector1">
            <a:avLst/>
          </a:prstGeom>
          <a:ln w="381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35512BD2-098A-B62E-2201-8C7B3EB0CD59}"/>
              </a:ext>
            </a:extLst>
          </p:cNvPr>
          <p:cNvCxnSpPr>
            <a:cxnSpLocks/>
          </p:cNvCxnSpPr>
          <p:nvPr/>
        </p:nvCxnSpPr>
        <p:spPr>
          <a:xfrm>
            <a:off x="7034526" y="2477299"/>
            <a:ext cx="0" cy="428719"/>
          </a:xfrm>
          <a:prstGeom prst="straightConnector1">
            <a:avLst/>
          </a:prstGeom>
          <a:ln w="381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0280F11-F500-1CDA-1092-FBFCDBD41DE6}"/>
              </a:ext>
            </a:extLst>
          </p:cNvPr>
          <p:cNvCxnSpPr>
            <a:cxnSpLocks/>
          </p:cNvCxnSpPr>
          <p:nvPr/>
        </p:nvCxnSpPr>
        <p:spPr>
          <a:xfrm>
            <a:off x="7214553" y="2941069"/>
            <a:ext cx="0" cy="581308"/>
          </a:xfrm>
          <a:prstGeom prst="straightConnector1">
            <a:avLst/>
          </a:prstGeom>
          <a:ln w="381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8FAE2347-F676-07EE-EEC6-46AA58872814}"/>
              </a:ext>
            </a:extLst>
          </p:cNvPr>
          <p:cNvCxnSpPr>
            <a:cxnSpLocks/>
          </p:cNvCxnSpPr>
          <p:nvPr/>
        </p:nvCxnSpPr>
        <p:spPr>
          <a:xfrm>
            <a:off x="7640628" y="2535746"/>
            <a:ext cx="561748" cy="927885"/>
          </a:xfrm>
          <a:prstGeom prst="straightConnector1">
            <a:avLst/>
          </a:prstGeom>
          <a:ln w="28575">
            <a:solidFill>
              <a:srgbClr val="00206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DB39893A-26D8-8870-8955-E0F12935C1BD}"/>
              </a:ext>
            </a:extLst>
          </p:cNvPr>
          <p:cNvCxnSpPr>
            <a:cxnSpLocks/>
          </p:cNvCxnSpPr>
          <p:nvPr/>
        </p:nvCxnSpPr>
        <p:spPr>
          <a:xfrm>
            <a:off x="8202376" y="3501739"/>
            <a:ext cx="7338" cy="782509"/>
          </a:xfrm>
          <a:prstGeom prst="line">
            <a:avLst/>
          </a:prstGeom>
          <a:ln w="28575">
            <a:solidFill>
              <a:srgbClr val="00206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86DB6D03-BBB3-83A1-3A68-9A6116D1D12E}"/>
              </a:ext>
            </a:extLst>
          </p:cNvPr>
          <p:cNvCxnSpPr>
            <a:cxnSpLocks/>
          </p:cNvCxnSpPr>
          <p:nvPr/>
        </p:nvCxnSpPr>
        <p:spPr>
          <a:xfrm flipH="1" flipV="1">
            <a:off x="7619741" y="3522379"/>
            <a:ext cx="559971" cy="724545"/>
          </a:xfrm>
          <a:prstGeom prst="straightConnector1">
            <a:avLst/>
          </a:prstGeom>
          <a:ln w="28575">
            <a:solidFill>
              <a:srgbClr val="00206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9C01DA83-A1D2-39A1-4F0B-C74E3A438105}"/>
              </a:ext>
            </a:extLst>
          </p:cNvPr>
          <p:cNvCxnSpPr>
            <a:cxnSpLocks/>
          </p:cNvCxnSpPr>
          <p:nvPr/>
        </p:nvCxnSpPr>
        <p:spPr>
          <a:xfrm>
            <a:off x="7619739" y="2496588"/>
            <a:ext cx="24558" cy="963985"/>
          </a:xfrm>
          <a:prstGeom prst="line">
            <a:avLst/>
          </a:prstGeom>
          <a:ln w="28575">
            <a:solidFill>
              <a:srgbClr val="00206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15385143-A599-3C8B-2D8D-895E112E9D79}"/>
              </a:ext>
            </a:extLst>
          </p:cNvPr>
          <p:cNvSpPr txBox="1"/>
          <p:nvPr/>
        </p:nvSpPr>
        <p:spPr>
          <a:xfrm>
            <a:off x="7671419" y="3180220"/>
            <a:ext cx="4796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</a:t>
            </a:r>
          </a:p>
        </p:txBody>
      </p:sp>
    </p:spTree>
    <p:extLst>
      <p:ext uri="{BB962C8B-B14F-4D97-AF65-F5344CB8AC3E}">
        <p14:creationId xmlns:p14="http://schemas.microsoft.com/office/powerpoint/2010/main" val="33926940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5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08" t="14737" r="9470" b="11754"/>
          <a:stretch/>
        </p:blipFill>
        <p:spPr>
          <a:xfrm>
            <a:off x="3113117" y="492902"/>
            <a:ext cx="3064134" cy="22643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9320" y="2670327"/>
            <a:ext cx="4798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757345" y="2824211"/>
            <a:ext cx="213951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Wavelength (nm)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742609" y="550431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742609" y="888210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742606" y="1225989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742606" y="1571847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818626" y="2237080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 rot="16200000">
            <a:off x="1793263" y="1321950"/>
            <a:ext cx="18367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Intensity (arb. unit)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8" name="Straight Connector 17"/>
          <p:cNvCxnSpPr/>
          <p:nvPr/>
        </p:nvCxnSpPr>
        <p:spPr>
          <a:xfrm>
            <a:off x="3254751" y="682506"/>
            <a:ext cx="211328" cy="0"/>
          </a:xfrm>
          <a:prstGeom prst="line">
            <a:avLst/>
          </a:prstGeom>
          <a:ln w="28575">
            <a:solidFill>
              <a:srgbClr val="1F77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831813" y="136494"/>
            <a:ext cx="5048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742606" y="1895433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1" name="Straight Connector 20"/>
          <p:cNvCxnSpPr/>
          <p:nvPr/>
        </p:nvCxnSpPr>
        <p:spPr>
          <a:xfrm>
            <a:off x="3254751" y="891419"/>
            <a:ext cx="211328" cy="0"/>
          </a:xfrm>
          <a:prstGeom prst="line">
            <a:avLst/>
          </a:prstGeom>
          <a:ln w="28575">
            <a:solidFill>
              <a:srgbClr val="FF7E0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424853" y="497145"/>
            <a:ext cx="17441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NaBiF</a:t>
            </a:r>
            <a:r>
              <a:rPr lang="en-IN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Er</a:t>
            </a:r>
            <a:r>
              <a:rPr lang="en-IN" sz="16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Yb</a:t>
            </a:r>
            <a:r>
              <a:rPr lang="en-IN" sz="16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  <a:endParaRPr lang="en-IN" sz="1600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424853" y="718931"/>
            <a:ext cx="17441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NaYF</a:t>
            </a:r>
            <a:r>
              <a:rPr lang="en-IN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Er</a:t>
            </a:r>
            <a:r>
              <a:rPr lang="en-IN" sz="16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Yb</a:t>
            </a:r>
            <a:r>
              <a:rPr lang="en-IN" sz="16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  <a:endParaRPr lang="en-IN" sz="1600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517431" y="2670326"/>
            <a:ext cx="4798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965542" y="2670325"/>
            <a:ext cx="4798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413653" y="2675785"/>
            <a:ext cx="4798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859040" y="2673832"/>
            <a:ext cx="4798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304427" y="2670325"/>
            <a:ext cx="4798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748105" y="2674135"/>
            <a:ext cx="4798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/>
              <p:cNvSpPr txBox="1"/>
              <p:nvPr/>
            </p:nvSpPr>
            <p:spPr>
              <a:xfrm>
                <a:off x="5516865" y="4748972"/>
                <a:ext cx="2139515" cy="7711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IN" sz="1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IN" sz="16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a:rPr lang="en-IN" sz="16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IN" sz="16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𝐵𝑖</m:t>
                            </m:r>
                          </m:sub>
                          <m:sup>
                            <m:r>
                              <a:rPr lang="en-IN" sz="16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𝑛𝑜𝑟𝑚</m:t>
                            </m:r>
                          </m:sup>
                        </m:sSubSup>
                      </m:num>
                      <m:den>
                        <m:sSubSup>
                          <m:sSubSupPr>
                            <m:ctrlPr>
                              <a:rPr lang="en-IN" sz="16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a:rPr lang="en-IN" sz="16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IN" sz="16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𝑌</m:t>
                            </m:r>
                          </m:sub>
                          <m:sup>
                            <m:r>
                              <a:rPr lang="en-IN" sz="16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𝑛𝑜𝑟𝑚</m:t>
                            </m:r>
                          </m:sup>
                        </m:sSubSup>
                      </m:den>
                    </m:f>
                    <m:r>
                      <a:rPr lang="en-IN" sz="16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I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3.803 ± 0.005 </a:t>
                </a:r>
              </a:p>
              <a:p>
                <a:endParaRPr lang="en-IN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2" name="TextBox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6865" y="4748972"/>
                <a:ext cx="2139515" cy="77117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Rectangle 32"/>
          <p:cNvSpPr/>
          <p:nvPr/>
        </p:nvSpPr>
        <p:spPr>
          <a:xfrm>
            <a:off x="5523659" y="4734633"/>
            <a:ext cx="1907486" cy="526876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5" name="TextBox 34"/>
          <p:cNvSpPr txBox="1"/>
          <p:nvPr/>
        </p:nvSpPr>
        <p:spPr>
          <a:xfrm>
            <a:off x="7051304" y="2842684"/>
            <a:ext cx="5778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Yb</a:t>
            </a:r>
            <a:r>
              <a:rPr lang="en-IN" sz="16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  <a:endParaRPr lang="en-IN" sz="1600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8309375" y="2842684"/>
            <a:ext cx="5778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</a:t>
            </a:r>
            <a:r>
              <a:rPr lang="en-IN" sz="16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  <a:endParaRPr lang="en-IN" sz="1600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 rot="16200000">
            <a:off x="5355630" y="1484444"/>
            <a:ext cx="1946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Energy (x 10</a:t>
            </a:r>
            <a:r>
              <a:rPr lang="en-IN" sz="16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cm</a:t>
            </a:r>
            <a:r>
              <a:rPr lang="en-IN" sz="16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-1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6523901" y="515618"/>
            <a:ext cx="160020" cy="23588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2" name="TextBox 41"/>
          <p:cNvSpPr txBox="1"/>
          <p:nvPr/>
        </p:nvSpPr>
        <p:spPr>
          <a:xfrm>
            <a:off x="6491835" y="2661078"/>
            <a:ext cx="3662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500818" y="2217516"/>
            <a:ext cx="3662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9665" y="1781726"/>
            <a:ext cx="3662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6405600" y="1336562"/>
            <a:ext cx="3662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6409665" y="895514"/>
            <a:ext cx="3662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6414239" y="448555"/>
            <a:ext cx="3662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31" t="15048" r="7633" b="7867"/>
          <a:stretch/>
        </p:blipFill>
        <p:spPr>
          <a:xfrm>
            <a:off x="6704496" y="443350"/>
            <a:ext cx="2743200" cy="2445603"/>
          </a:xfrm>
          <a:prstGeom prst="rect">
            <a:avLst/>
          </a:prstGeom>
        </p:spPr>
      </p:pic>
      <p:sp>
        <p:nvSpPr>
          <p:cNvPr id="49" name="Rectangle 48"/>
          <p:cNvSpPr/>
          <p:nvPr/>
        </p:nvSpPr>
        <p:spPr>
          <a:xfrm>
            <a:off x="5252582" y="3681138"/>
            <a:ext cx="3560857" cy="2880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0" name="TextBox 49"/>
          <p:cNvSpPr txBox="1"/>
          <p:nvPr/>
        </p:nvSpPr>
        <p:spPr>
          <a:xfrm rot="16200000">
            <a:off x="2574821" y="1483071"/>
            <a:ext cx="141566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Absorbance (arb. </a:t>
            </a:r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nit)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707509" y="2265721"/>
            <a:ext cx="11895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Wavelength (nm)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3571139" y="1169242"/>
            <a:ext cx="678053" cy="18921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3" name="TextBox 52"/>
          <p:cNvSpPr txBox="1"/>
          <p:nvPr/>
        </p:nvSpPr>
        <p:spPr>
          <a:xfrm>
            <a:off x="6775376" y="4118028"/>
            <a:ext cx="15284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NaYF</a:t>
            </a:r>
            <a:r>
              <a:rPr lang="en-IN" sz="1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Er</a:t>
            </a:r>
            <a:r>
              <a:rPr lang="en-IN" sz="14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Yb</a:t>
            </a:r>
            <a:r>
              <a:rPr lang="en-IN" sz="14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  <a:endParaRPr lang="en-IN" sz="1400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767588" y="3929305"/>
            <a:ext cx="16197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NaBiF</a:t>
            </a:r>
            <a:r>
              <a:rPr lang="en-IN" sz="1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Er</a:t>
            </a:r>
            <a:r>
              <a:rPr lang="en-IN" sz="14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Yb</a:t>
            </a:r>
            <a:r>
              <a:rPr lang="en-IN" sz="14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  <a:endParaRPr lang="en-IN" sz="1400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8433400" y="3648938"/>
            <a:ext cx="469721" cy="3761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3308241" y="983459"/>
            <a:ext cx="36139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256407" y="1263018"/>
            <a:ext cx="392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0.15</a:t>
            </a: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3320701" y="1541624"/>
            <a:ext cx="392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0.1</a:t>
            </a: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3254979" y="1820231"/>
            <a:ext cx="392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0.05</a:t>
            </a: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3396502" y="2084549"/>
            <a:ext cx="392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3396502" y="2172179"/>
            <a:ext cx="392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500</a:t>
            </a: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3609862" y="2168369"/>
            <a:ext cx="392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00</a:t>
            </a: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3846082" y="2172179"/>
            <a:ext cx="392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r>
              <a:rPr lang="en-IN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00</a:t>
            </a: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4086112" y="2172179"/>
            <a:ext cx="392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r>
              <a:rPr lang="en-IN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00</a:t>
            </a: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4318522" y="2168369"/>
            <a:ext cx="392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r>
              <a:rPr lang="en-IN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00</a:t>
            </a: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4528072" y="2168369"/>
            <a:ext cx="41615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1000</a:t>
            </a: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2" name="Picture 71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33" t="7139" r="5662" b="11855"/>
          <a:stretch/>
        </p:blipFill>
        <p:spPr>
          <a:xfrm>
            <a:off x="3551676" y="1088164"/>
            <a:ext cx="1423367" cy="113823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565009" y="1131024"/>
            <a:ext cx="609600" cy="18669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9" name="TextBox 38"/>
          <p:cNvSpPr txBox="1"/>
          <p:nvPr/>
        </p:nvSpPr>
        <p:spPr>
          <a:xfrm>
            <a:off x="9057904" y="143301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26014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26" t="7225" r="5771" b="5319"/>
          <a:stretch/>
        </p:blipFill>
        <p:spPr>
          <a:xfrm>
            <a:off x="1329468" y="3331428"/>
            <a:ext cx="3318116" cy="24766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 rot="16200000">
            <a:off x="-88677" y="1766782"/>
            <a:ext cx="23331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328075" y="3447252"/>
            <a:ext cx="1182624" cy="3657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3" name="Straight Connector 12"/>
          <p:cNvCxnSpPr/>
          <p:nvPr/>
        </p:nvCxnSpPr>
        <p:spPr>
          <a:xfrm>
            <a:off x="2807629" y="3532596"/>
            <a:ext cx="21132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>
            <a:off x="2819313" y="3749747"/>
            <a:ext cx="211328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997618" y="3378709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data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009674" y="3595860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Fitted curve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1290487" y="3331428"/>
            <a:ext cx="224790" cy="23606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6" name="TextBox 25"/>
          <p:cNvSpPr txBox="1"/>
          <p:nvPr/>
        </p:nvSpPr>
        <p:spPr>
          <a:xfrm>
            <a:off x="1339644" y="5401249"/>
            <a:ext cx="2013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260117" y="5058069"/>
            <a:ext cx="4088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260343" y="4711219"/>
            <a:ext cx="4088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260117" y="4349796"/>
            <a:ext cx="4088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263818" y="3995008"/>
            <a:ext cx="3687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172666" y="3649667"/>
            <a:ext cx="4866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172666" y="3284029"/>
            <a:ext cx="5027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1407483" y="5655556"/>
            <a:ext cx="2837074" cy="1524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9" name="TextBox 48"/>
          <p:cNvSpPr txBox="1"/>
          <p:nvPr/>
        </p:nvSpPr>
        <p:spPr>
          <a:xfrm>
            <a:off x="1412338" y="5543435"/>
            <a:ext cx="196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1954134" y="5538217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2573522" y="5543434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170589" y="5543433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3780523" y="5543432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4399911" y="5542286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62"/>
              <p:cNvSpPr txBox="1"/>
              <p:nvPr/>
            </p:nvSpPr>
            <p:spPr>
              <a:xfrm>
                <a:off x="2818931" y="3888960"/>
                <a:ext cx="188137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1064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0.28 ± 0.01 ms</a:t>
                </a:r>
              </a:p>
            </p:txBody>
          </p:sp>
        </mc:Choice>
        <mc:Fallback>
          <p:sp>
            <p:nvSpPr>
              <p:cNvPr id="63" name="TextBox 6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8931" y="3888960"/>
                <a:ext cx="1881376" cy="307777"/>
              </a:xfrm>
              <a:prstGeom prst="rect">
                <a:avLst/>
              </a:prstGeom>
              <a:blipFill>
                <a:blip r:embed="rId3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Rectangle 66"/>
          <p:cNvSpPr/>
          <p:nvPr/>
        </p:nvSpPr>
        <p:spPr>
          <a:xfrm>
            <a:off x="2824748" y="3888549"/>
            <a:ext cx="1740485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/>
          <p:cNvSpPr txBox="1"/>
          <p:nvPr/>
        </p:nvSpPr>
        <p:spPr>
          <a:xfrm>
            <a:off x="2475285" y="5745783"/>
            <a:ext cx="11734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1" t="7950" r="5728" b="5319"/>
          <a:stretch/>
        </p:blipFill>
        <p:spPr>
          <a:xfrm>
            <a:off x="1295662" y="816867"/>
            <a:ext cx="3359641" cy="247661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305315" y="932688"/>
            <a:ext cx="1182624" cy="3657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2814968" y="1018032"/>
            <a:ext cx="21132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>
            <a:off x="2824747" y="1235183"/>
            <a:ext cx="211328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003052" y="864145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data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015108" y="1081296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Fitted curve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1290176" y="864145"/>
            <a:ext cx="201304" cy="22385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1" name="TextBox 40"/>
          <p:cNvSpPr txBox="1"/>
          <p:nvPr/>
        </p:nvSpPr>
        <p:spPr>
          <a:xfrm>
            <a:off x="1329470" y="2833217"/>
            <a:ext cx="2013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149081" y="2447392"/>
            <a:ext cx="4996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152172" y="2074988"/>
            <a:ext cx="4965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1152170" y="1696822"/>
            <a:ext cx="4723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146976" y="1313232"/>
            <a:ext cx="4866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151718" y="930911"/>
            <a:ext cx="5027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1478346" y="3165300"/>
            <a:ext cx="2837074" cy="1524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6" name="TextBox 55"/>
          <p:cNvSpPr txBox="1"/>
          <p:nvPr/>
        </p:nvSpPr>
        <p:spPr>
          <a:xfrm>
            <a:off x="1406401" y="3028871"/>
            <a:ext cx="196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1948197" y="3023653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2567585" y="3028870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176844" y="3028869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3798970" y="3028868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4417318" y="3021651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5" name="TextBox 64"/>
              <p:cNvSpPr txBox="1"/>
              <p:nvPr/>
            </p:nvSpPr>
            <p:spPr>
              <a:xfrm>
                <a:off x="2800353" y="1374451"/>
                <a:ext cx="240407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975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0.19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±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0.001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ms</a:t>
                </a:r>
              </a:p>
            </p:txBody>
          </p:sp>
        </mc:Choice>
        <mc:Fallback>
          <p:sp>
            <p:nvSpPr>
              <p:cNvPr id="65" name="TextBox 6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0353" y="1374451"/>
                <a:ext cx="2404079" cy="307777"/>
              </a:xfrm>
              <a:prstGeom prst="rect">
                <a:avLst/>
              </a:prstGeom>
              <a:blipFill>
                <a:blip r:embed="rId5"/>
                <a:stretch>
                  <a:fillRect t="-1961" b="-1960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Rectangle 67"/>
          <p:cNvSpPr/>
          <p:nvPr/>
        </p:nvSpPr>
        <p:spPr>
          <a:xfrm>
            <a:off x="2818933" y="1373284"/>
            <a:ext cx="1746301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2" name="TextBox 61"/>
          <p:cNvSpPr txBox="1"/>
          <p:nvPr/>
        </p:nvSpPr>
        <p:spPr>
          <a:xfrm>
            <a:off x="1009321" y="590873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1006555" y="3078231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TextBox 65"/>
          <p:cNvSpPr txBox="1"/>
          <p:nvPr/>
        </p:nvSpPr>
        <p:spPr>
          <a:xfrm rot="16200000">
            <a:off x="-89090" y="4269341"/>
            <a:ext cx="23331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9" name="Picture 68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48" t="9927" r="5410" b="12065"/>
          <a:stretch/>
        </p:blipFill>
        <p:spPr>
          <a:xfrm>
            <a:off x="5416676" y="3335188"/>
            <a:ext cx="3245906" cy="2320368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979723" y="3461505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506k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4979723" y="3708322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504k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4979723" y="3967331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502k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4979723" y="420195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4979723" y="4436581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498k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4979723" y="4689494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496k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4979723" y="4948503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494k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5499979" y="553691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6020843" y="554343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6581811" y="554228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7149937" y="554314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7717807" y="553691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8233231" y="5536919"/>
            <a:ext cx="52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TextBox 82"/>
          <p:cNvSpPr txBox="1"/>
          <p:nvPr/>
        </p:nvSpPr>
        <p:spPr>
          <a:xfrm rot="16200000">
            <a:off x="3767803" y="4247398"/>
            <a:ext cx="23331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6552328" y="5745783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5" name="Straight Connector 84"/>
          <p:cNvCxnSpPr/>
          <p:nvPr/>
        </p:nvCxnSpPr>
        <p:spPr>
          <a:xfrm>
            <a:off x="5731164" y="3517815"/>
            <a:ext cx="21132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/>
          <p:cNvCxnSpPr/>
          <p:nvPr/>
        </p:nvCxnSpPr>
        <p:spPr>
          <a:xfrm>
            <a:off x="7441864" y="3517815"/>
            <a:ext cx="211328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921155" y="3363928"/>
            <a:ext cx="15717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data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0" name="TextBox 89"/>
              <p:cNvSpPr txBox="1"/>
              <p:nvPr/>
            </p:nvSpPr>
            <p:spPr>
              <a:xfrm>
                <a:off x="5440680" y="5278875"/>
                <a:ext cx="164286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0.76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±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0.43 ms</a:t>
                </a:r>
                <a:endParaRPr lang="en-IN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90" name="TextBox 8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0680" y="5278875"/>
                <a:ext cx="1642862" cy="307777"/>
              </a:xfrm>
              <a:prstGeom prst="rect">
                <a:avLst/>
              </a:prstGeom>
              <a:blipFill>
                <a:blip r:embed="rId7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1" name="Rectangle 90"/>
          <p:cNvSpPr/>
          <p:nvPr/>
        </p:nvSpPr>
        <p:spPr>
          <a:xfrm>
            <a:off x="5507075" y="5310180"/>
            <a:ext cx="1503326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92" name="Straight Connector 91"/>
          <p:cNvCxnSpPr/>
          <p:nvPr/>
        </p:nvCxnSpPr>
        <p:spPr>
          <a:xfrm flipH="1">
            <a:off x="6296143" y="2040990"/>
            <a:ext cx="1" cy="34174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/>
          <p:cNvCxnSpPr/>
          <p:nvPr/>
        </p:nvCxnSpPr>
        <p:spPr>
          <a:xfrm flipH="1">
            <a:off x="7024108" y="2060524"/>
            <a:ext cx="1" cy="34174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/>
          <p:cNvCxnSpPr/>
          <p:nvPr/>
        </p:nvCxnSpPr>
        <p:spPr>
          <a:xfrm>
            <a:off x="6279957" y="2033218"/>
            <a:ext cx="762828" cy="12966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/>
          <p:cNvCxnSpPr/>
          <p:nvPr/>
        </p:nvCxnSpPr>
        <p:spPr>
          <a:xfrm flipV="1">
            <a:off x="7019661" y="2379070"/>
            <a:ext cx="697494" cy="5753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/>
          <p:cNvCxnSpPr/>
          <p:nvPr/>
        </p:nvCxnSpPr>
        <p:spPr>
          <a:xfrm flipH="1">
            <a:off x="7712712" y="2054966"/>
            <a:ext cx="1" cy="34174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/>
          <p:cNvCxnSpPr/>
          <p:nvPr/>
        </p:nvCxnSpPr>
        <p:spPr>
          <a:xfrm>
            <a:off x="8435597" y="2047348"/>
            <a:ext cx="2285" cy="366297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/>
          <p:cNvCxnSpPr/>
          <p:nvPr/>
        </p:nvCxnSpPr>
        <p:spPr>
          <a:xfrm>
            <a:off x="7695235" y="2039242"/>
            <a:ext cx="757250" cy="0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/>
          <p:cNvCxnSpPr/>
          <p:nvPr/>
        </p:nvCxnSpPr>
        <p:spPr>
          <a:xfrm flipV="1">
            <a:off x="5598735" y="2370034"/>
            <a:ext cx="715070" cy="903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/>
          <p:cNvCxnSpPr/>
          <p:nvPr/>
        </p:nvCxnSpPr>
        <p:spPr>
          <a:xfrm>
            <a:off x="5598737" y="1283897"/>
            <a:ext cx="2839145" cy="26288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5497818" y="2081959"/>
            <a:ext cx="9398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 = 25 ms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6292740" y="2366133"/>
            <a:ext cx="17508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1064 nm laser pulse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4" name="Straight Connector 103"/>
          <p:cNvCxnSpPr/>
          <p:nvPr/>
        </p:nvCxnSpPr>
        <p:spPr>
          <a:xfrm>
            <a:off x="5611364" y="1626389"/>
            <a:ext cx="2841123" cy="9755"/>
          </a:xfrm>
          <a:prstGeom prst="line">
            <a:avLst/>
          </a:prstGeom>
          <a:ln w="381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6367009" y="1585976"/>
            <a:ext cx="18054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975 nm laser pulse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9" name="Straight Connector 108"/>
          <p:cNvCxnSpPr/>
          <p:nvPr/>
        </p:nvCxnSpPr>
        <p:spPr>
          <a:xfrm>
            <a:off x="5132605" y="1620348"/>
            <a:ext cx="2694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/>
          <p:cNvSpPr txBox="1"/>
          <p:nvPr/>
        </p:nvSpPr>
        <p:spPr>
          <a:xfrm>
            <a:off x="4738304" y="1126199"/>
            <a:ext cx="5067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1" name="Straight Connector 110"/>
          <p:cNvCxnSpPr/>
          <p:nvPr/>
        </p:nvCxnSpPr>
        <p:spPr>
          <a:xfrm>
            <a:off x="5130805" y="1283531"/>
            <a:ext cx="2712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/>
          <p:cNvSpPr txBox="1"/>
          <p:nvPr/>
        </p:nvSpPr>
        <p:spPr>
          <a:xfrm>
            <a:off x="4669612" y="1464987"/>
            <a:ext cx="5586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16678" y="816865"/>
            <a:ext cx="3208881" cy="229359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13" name="Straight Connector 112"/>
          <p:cNvCxnSpPr/>
          <p:nvPr/>
        </p:nvCxnSpPr>
        <p:spPr>
          <a:xfrm>
            <a:off x="5135611" y="2378416"/>
            <a:ext cx="2694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Box 113"/>
          <p:cNvSpPr txBox="1"/>
          <p:nvPr/>
        </p:nvSpPr>
        <p:spPr>
          <a:xfrm>
            <a:off x="4741310" y="1884267"/>
            <a:ext cx="5067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5" name="Straight Connector 114"/>
          <p:cNvCxnSpPr/>
          <p:nvPr/>
        </p:nvCxnSpPr>
        <p:spPr>
          <a:xfrm>
            <a:off x="5133811" y="2041599"/>
            <a:ext cx="2712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TextBox 115"/>
          <p:cNvSpPr txBox="1"/>
          <p:nvPr/>
        </p:nvSpPr>
        <p:spPr>
          <a:xfrm>
            <a:off x="4672618" y="2223055"/>
            <a:ext cx="5586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7" name="TextBox 116"/>
          <p:cNvSpPr txBox="1"/>
          <p:nvPr/>
        </p:nvSpPr>
        <p:spPr>
          <a:xfrm>
            <a:off x="7653194" y="3365271"/>
            <a:ext cx="11042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Fitted curve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8" name="Rectangle 117"/>
          <p:cNvSpPr/>
          <p:nvPr/>
        </p:nvSpPr>
        <p:spPr>
          <a:xfrm>
            <a:off x="7092684" y="5310180"/>
            <a:ext cx="1503326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/>
              <p:cNvSpPr txBox="1"/>
              <p:nvPr/>
            </p:nvSpPr>
            <p:spPr>
              <a:xfrm>
                <a:off x="7003163" y="5264874"/>
                <a:ext cx="174498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7.47 ± 2.81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ms</a:t>
                </a:r>
                <a:endParaRPr lang="en-IN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3163" y="5264874"/>
                <a:ext cx="1744980" cy="307777"/>
              </a:xfrm>
              <a:prstGeom prst="rect">
                <a:avLst/>
              </a:prstGeom>
              <a:blipFill>
                <a:blip r:embed="rId8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TextBox 118"/>
          <p:cNvSpPr txBox="1"/>
          <p:nvPr/>
        </p:nvSpPr>
        <p:spPr>
          <a:xfrm>
            <a:off x="4869425" y="3124411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4788370" y="593662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4986529" y="5200644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492k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42055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"/>
          <p:cNvCxnSpPr/>
          <p:nvPr/>
        </p:nvCxnSpPr>
        <p:spPr>
          <a:xfrm flipH="1">
            <a:off x="1886068" y="1707615"/>
            <a:ext cx="1" cy="34174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/>
          <p:cNvCxnSpPr/>
          <p:nvPr/>
        </p:nvCxnSpPr>
        <p:spPr>
          <a:xfrm flipH="1">
            <a:off x="2614033" y="1727149"/>
            <a:ext cx="1" cy="34174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/>
          <p:cNvCxnSpPr/>
          <p:nvPr/>
        </p:nvCxnSpPr>
        <p:spPr>
          <a:xfrm>
            <a:off x="1869882" y="1699843"/>
            <a:ext cx="762828" cy="12966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/>
          <p:cNvCxnSpPr/>
          <p:nvPr/>
        </p:nvCxnSpPr>
        <p:spPr>
          <a:xfrm flipV="1">
            <a:off x="2609586" y="2045695"/>
            <a:ext cx="697494" cy="5753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/>
          <p:nvPr/>
        </p:nvCxnSpPr>
        <p:spPr>
          <a:xfrm flipH="1">
            <a:off x="3302637" y="1721591"/>
            <a:ext cx="1" cy="34174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/>
          <p:cNvCxnSpPr/>
          <p:nvPr/>
        </p:nvCxnSpPr>
        <p:spPr>
          <a:xfrm>
            <a:off x="4025522" y="1713973"/>
            <a:ext cx="2285" cy="366297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/>
        </p:nvCxnSpPr>
        <p:spPr>
          <a:xfrm>
            <a:off x="3285160" y="1705867"/>
            <a:ext cx="757250" cy="0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 flipV="1">
            <a:off x="1188660" y="2036659"/>
            <a:ext cx="715070" cy="903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1188662" y="950522"/>
            <a:ext cx="2839145" cy="26288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87743" y="1748584"/>
            <a:ext cx="9398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 = 25 ms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882665" y="2032758"/>
            <a:ext cx="17508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1064 nm laser pulse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/>
          <p:cNvCxnSpPr/>
          <p:nvPr/>
        </p:nvCxnSpPr>
        <p:spPr>
          <a:xfrm>
            <a:off x="1201289" y="1293014"/>
            <a:ext cx="2841123" cy="9755"/>
          </a:xfrm>
          <a:prstGeom prst="line">
            <a:avLst/>
          </a:prstGeom>
          <a:ln w="381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956934" y="1252601"/>
            <a:ext cx="18054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975 nm laser pulse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" name="Straight Connector 14"/>
          <p:cNvCxnSpPr/>
          <p:nvPr/>
        </p:nvCxnSpPr>
        <p:spPr>
          <a:xfrm>
            <a:off x="722530" y="1286973"/>
            <a:ext cx="2694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28229" y="792824"/>
            <a:ext cx="5067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" name="Straight Connector 16"/>
          <p:cNvCxnSpPr/>
          <p:nvPr/>
        </p:nvCxnSpPr>
        <p:spPr>
          <a:xfrm>
            <a:off x="720730" y="950156"/>
            <a:ext cx="2712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59537" y="1131612"/>
            <a:ext cx="5586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1006603" y="483492"/>
            <a:ext cx="3208881" cy="227558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20" name="Straight Connector 19"/>
          <p:cNvCxnSpPr/>
          <p:nvPr/>
        </p:nvCxnSpPr>
        <p:spPr>
          <a:xfrm>
            <a:off x="725536" y="2045041"/>
            <a:ext cx="2694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31235" y="1550892"/>
            <a:ext cx="5067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2" name="Straight Connector 21"/>
          <p:cNvCxnSpPr/>
          <p:nvPr/>
        </p:nvCxnSpPr>
        <p:spPr>
          <a:xfrm>
            <a:off x="723736" y="1708224"/>
            <a:ext cx="2712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62543" y="1889680"/>
            <a:ext cx="5586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912070" y="184087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48" t="9927" r="5410" b="12065"/>
          <a:stretch/>
        </p:blipFill>
        <p:spPr>
          <a:xfrm>
            <a:off x="995056" y="3008163"/>
            <a:ext cx="3245906" cy="232036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8103" y="3134480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506k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58103" y="3381297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504k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58103" y="364030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502k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58103" y="3874931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58103" y="410955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498k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58103" y="4362469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496k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558103" y="4621478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494k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078359" y="5209894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599223" y="521640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2160191" y="5215260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2728317" y="5216124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296187" y="5209894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811611" y="5209894"/>
            <a:ext cx="52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 rot="16200000">
            <a:off x="3243928" y="1380373"/>
            <a:ext cx="23331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2130708" y="5371133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1309544" y="3162215"/>
            <a:ext cx="21132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3020244" y="3162215"/>
            <a:ext cx="211328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499535" y="3008328"/>
            <a:ext cx="15717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data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/>
              <p:cNvSpPr txBox="1"/>
              <p:nvPr/>
            </p:nvSpPr>
            <p:spPr>
              <a:xfrm>
                <a:off x="1019060" y="4951850"/>
                <a:ext cx="164286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0.76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±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0.43 ms</a:t>
                </a:r>
                <a:endParaRPr lang="en-IN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4" name="TextBox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060" y="4951850"/>
                <a:ext cx="1642862" cy="307777"/>
              </a:xfrm>
              <a:prstGeom prst="rect">
                <a:avLst/>
              </a:prstGeom>
              <a:blipFill>
                <a:blip r:embed="rId3"/>
                <a:stretch>
                  <a:fillRect t="-1961" b="-1960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Rectangle 44"/>
          <p:cNvSpPr/>
          <p:nvPr/>
        </p:nvSpPr>
        <p:spPr>
          <a:xfrm>
            <a:off x="1085455" y="4983155"/>
            <a:ext cx="1503326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6" name="TextBox 45"/>
          <p:cNvSpPr txBox="1"/>
          <p:nvPr/>
        </p:nvSpPr>
        <p:spPr>
          <a:xfrm>
            <a:off x="3231574" y="3009671"/>
            <a:ext cx="11042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Fitted curve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671064" y="4983155"/>
            <a:ext cx="1503326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47"/>
              <p:cNvSpPr txBox="1"/>
              <p:nvPr/>
            </p:nvSpPr>
            <p:spPr>
              <a:xfrm>
                <a:off x="2581543" y="4937849"/>
                <a:ext cx="174498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7.47 ± 2.81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ms</a:t>
                </a:r>
                <a:endParaRPr lang="en-IN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8" name="TextBox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1543" y="4937849"/>
                <a:ext cx="1744980" cy="307777"/>
              </a:xfrm>
              <a:prstGeom prst="rect">
                <a:avLst/>
              </a:prstGeom>
              <a:blipFill>
                <a:blip r:embed="rId4"/>
                <a:stretch>
                  <a:fillRect t="-3922" b="-1960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TextBox 48"/>
          <p:cNvSpPr txBox="1"/>
          <p:nvPr/>
        </p:nvSpPr>
        <p:spPr>
          <a:xfrm>
            <a:off x="3886330" y="2730711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564909" y="4873619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492k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1" name="Picture 50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232" t="11043" r="5556" b="12458"/>
          <a:stretch/>
        </p:blipFill>
        <p:spPr>
          <a:xfrm>
            <a:off x="4589492" y="3044080"/>
            <a:ext cx="3219592" cy="227453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4221102" y="3159898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21k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4221102" y="346654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4221102" y="3748331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4221102" y="405314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18k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221102" y="433827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17k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4218996" y="4953893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648791" y="5217571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5169655" y="5224084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5730623" y="522293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6298749" y="5223801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6866619" y="5217571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5535919" y="5372437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8" name="TextBox 67"/>
              <p:cNvSpPr txBox="1"/>
              <p:nvPr/>
            </p:nvSpPr>
            <p:spPr>
              <a:xfrm>
                <a:off x="4602494" y="4939207"/>
                <a:ext cx="164286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0.15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±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0.19 ms</a:t>
                </a:r>
                <a:endParaRPr lang="en-IN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8" name="TextBox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2494" y="4939207"/>
                <a:ext cx="1642862" cy="307777"/>
              </a:xfrm>
              <a:prstGeom prst="rect">
                <a:avLst/>
              </a:prstGeom>
              <a:blipFill>
                <a:blip r:embed="rId6"/>
                <a:stretch>
                  <a:fillRect t="-3922" b="-1960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Rectangle 68"/>
          <p:cNvSpPr/>
          <p:nvPr/>
        </p:nvSpPr>
        <p:spPr>
          <a:xfrm>
            <a:off x="4655887" y="4970512"/>
            <a:ext cx="1503326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0" name="Rectangle 69"/>
          <p:cNvSpPr/>
          <p:nvPr/>
        </p:nvSpPr>
        <p:spPr>
          <a:xfrm>
            <a:off x="6241496" y="4970068"/>
            <a:ext cx="1503326" cy="262915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1" name="TextBox 70"/>
          <p:cNvSpPr txBox="1"/>
          <p:nvPr/>
        </p:nvSpPr>
        <p:spPr>
          <a:xfrm>
            <a:off x="7481242" y="2734261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4221102" y="4657827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16k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3" name="TextBox 72"/>
              <p:cNvSpPr txBox="1"/>
              <p:nvPr/>
            </p:nvSpPr>
            <p:spPr>
              <a:xfrm>
                <a:off x="6141412" y="4939813"/>
                <a:ext cx="174498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3.65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±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0.86 ms</a:t>
                </a:r>
                <a:endParaRPr lang="en-IN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3" name="TextBox 7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1412" y="4939813"/>
                <a:ext cx="1744980" cy="307777"/>
              </a:xfrm>
              <a:prstGeom prst="rect">
                <a:avLst/>
              </a:prstGeom>
              <a:blipFill>
                <a:blip r:embed="rId7"/>
                <a:stretch>
                  <a:fillRect t="-1961" b="-1960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Connector 74"/>
          <p:cNvCxnSpPr/>
          <p:nvPr/>
        </p:nvCxnSpPr>
        <p:spPr>
          <a:xfrm>
            <a:off x="4881419" y="3165377"/>
            <a:ext cx="21132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/>
          <p:nvPr/>
        </p:nvCxnSpPr>
        <p:spPr>
          <a:xfrm>
            <a:off x="6592119" y="3165377"/>
            <a:ext cx="211328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5071410" y="3011490"/>
            <a:ext cx="15717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data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6803449" y="3012833"/>
            <a:ext cx="11042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Fitted curve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7383486" y="5219419"/>
            <a:ext cx="52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61006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"/>
          <p:cNvCxnSpPr/>
          <p:nvPr/>
        </p:nvCxnSpPr>
        <p:spPr>
          <a:xfrm flipH="1">
            <a:off x="1886068" y="747046"/>
            <a:ext cx="1" cy="34174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/>
          <p:cNvCxnSpPr/>
          <p:nvPr/>
        </p:nvCxnSpPr>
        <p:spPr>
          <a:xfrm flipH="1">
            <a:off x="2614033" y="766580"/>
            <a:ext cx="1" cy="34174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/>
          <p:cNvCxnSpPr/>
          <p:nvPr/>
        </p:nvCxnSpPr>
        <p:spPr>
          <a:xfrm>
            <a:off x="1869882" y="739274"/>
            <a:ext cx="762828" cy="12966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/>
          <p:cNvCxnSpPr/>
          <p:nvPr/>
        </p:nvCxnSpPr>
        <p:spPr>
          <a:xfrm flipV="1">
            <a:off x="2609586" y="1085126"/>
            <a:ext cx="697494" cy="5753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/>
          <p:nvPr/>
        </p:nvCxnSpPr>
        <p:spPr>
          <a:xfrm flipH="1">
            <a:off x="3302637" y="761022"/>
            <a:ext cx="1" cy="34174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/>
          <p:cNvCxnSpPr/>
          <p:nvPr/>
        </p:nvCxnSpPr>
        <p:spPr>
          <a:xfrm>
            <a:off x="4025522" y="753404"/>
            <a:ext cx="2285" cy="366297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/>
        </p:nvCxnSpPr>
        <p:spPr>
          <a:xfrm>
            <a:off x="3285160" y="745298"/>
            <a:ext cx="757250" cy="0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 flipV="1">
            <a:off x="1188660" y="1076090"/>
            <a:ext cx="715070" cy="903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1188662" y="-10047"/>
            <a:ext cx="2839145" cy="26288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87743" y="788015"/>
            <a:ext cx="9398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 = 25 ms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882665" y="1072189"/>
            <a:ext cx="17508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1064 nm laser pulse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/>
          <p:cNvCxnSpPr/>
          <p:nvPr/>
        </p:nvCxnSpPr>
        <p:spPr>
          <a:xfrm>
            <a:off x="1201289" y="332445"/>
            <a:ext cx="2841123" cy="9755"/>
          </a:xfrm>
          <a:prstGeom prst="line">
            <a:avLst/>
          </a:prstGeom>
          <a:ln w="381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956934" y="292032"/>
            <a:ext cx="18054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975 nm laser pulse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" name="Straight Connector 14"/>
          <p:cNvCxnSpPr/>
          <p:nvPr/>
        </p:nvCxnSpPr>
        <p:spPr>
          <a:xfrm>
            <a:off x="722530" y="326404"/>
            <a:ext cx="2694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28229" y="-167746"/>
            <a:ext cx="5067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" name="Straight Connector 16"/>
          <p:cNvCxnSpPr/>
          <p:nvPr/>
        </p:nvCxnSpPr>
        <p:spPr>
          <a:xfrm>
            <a:off x="720728" y="-10413"/>
            <a:ext cx="2712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59537" y="171043"/>
            <a:ext cx="5586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1006603" y="-92351"/>
            <a:ext cx="3208881" cy="142240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20" name="Straight Connector 19"/>
          <p:cNvCxnSpPr/>
          <p:nvPr/>
        </p:nvCxnSpPr>
        <p:spPr>
          <a:xfrm>
            <a:off x="725536" y="1084472"/>
            <a:ext cx="2694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31235" y="590323"/>
            <a:ext cx="5067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2" name="Straight Connector 21"/>
          <p:cNvCxnSpPr/>
          <p:nvPr/>
        </p:nvCxnSpPr>
        <p:spPr>
          <a:xfrm>
            <a:off x="723736" y="747655"/>
            <a:ext cx="2712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62543" y="929111"/>
            <a:ext cx="5586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912068" y="-397795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42837" y="1452729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48446" y="1766865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48447" y="2087582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42837" y="2417573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48446" y="275317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498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48446" y="3062187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496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42837" y="3405342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494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078359" y="374131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599223" y="3747830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2160191" y="374668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2728317" y="374754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296187" y="374131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811611" y="3741317"/>
            <a:ext cx="52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 rot="16200000">
            <a:off x="-586262" y="2365239"/>
            <a:ext cx="23331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3886330" y="1262134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3" name="Picture 6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33" t="10909" r="5858" b="12862"/>
          <a:stretch/>
        </p:blipFill>
        <p:spPr>
          <a:xfrm>
            <a:off x="1014017" y="1553354"/>
            <a:ext cx="3211514" cy="2272146"/>
          </a:xfrm>
          <a:prstGeom prst="rect">
            <a:avLst/>
          </a:prstGeom>
        </p:spPr>
      </p:pic>
      <p:grpSp>
        <p:nvGrpSpPr>
          <p:cNvPr id="65" name="Group 64"/>
          <p:cNvGrpSpPr/>
          <p:nvPr/>
        </p:nvGrpSpPr>
        <p:grpSpPr>
          <a:xfrm>
            <a:off x="895251" y="1288468"/>
            <a:ext cx="707129" cy="307777"/>
            <a:chOff x="906847" y="1279758"/>
            <a:chExt cx="439509" cy="307777"/>
          </a:xfrm>
        </p:grpSpPr>
        <p:sp>
          <p:nvSpPr>
            <p:cNvPr id="80" name="TextBox 79"/>
            <p:cNvSpPr txBox="1"/>
            <p:nvPr/>
          </p:nvSpPr>
          <p:spPr>
            <a:xfrm>
              <a:off x="906847" y="1279758"/>
              <a:ext cx="43950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  10</a:t>
              </a:r>
              <a:r>
                <a:rPr lang="en-IN" sz="1400" baseline="30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r>
                <a:rPr lang="en-IN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lang="en-IN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2" name="TextBox 81"/>
            <p:cNvSpPr txBox="1"/>
            <p:nvPr/>
          </p:nvSpPr>
          <p:spPr>
            <a:xfrm>
              <a:off x="941386" y="1330246"/>
              <a:ext cx="265605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endParaRPr lang="en-IN" sz="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66" name="Picture 6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238" t="10921" r="5810" b="13016"/>
          <a:stretch/>
        </p:blipFill>
        <p:spPr>
          <a:xfrm>
            <a:off x="1001484" y="4180129"/>
            <a:ext cx="3225371" cy="2272938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1065297" y="636884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1586161" y="6375356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2147129" y="637420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2715255" y="637507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3283125" y="636884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3798549" y="6368843"/>
            <a:ext cx="52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2117646" y="6530082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908103" y="3879070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736984" y="4189300"/>
            <a:ext cx="4017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724285" y="4586217"/>
            <a:ext cx="3699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718675" y="4973358"/>
            <a:ext cx="3819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730634" y="5347061"/>
            <a:ext cx="42078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724284" y="5732272"/>
            <a:ext cx="42078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17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718675" y="6100827"/>
            <a:ext cx="3882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 rot="16200000">
            <a:off x="-588691" y="5054662"/>
            <a:ext cx="23331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99" name="Group 98"/>
          <p:cNvGrpSpPr/>
          <p:nvPr/>
        </p:nvGrpSpPr>
        <p:grpSpPr>
          <a:xfrm>
            <a:off x="882189" y="3914103"/>
            <a:ext cx="707129" cy="307777"/>
            <a:chOff x="906847" y="1279758"/>
            <a:chExt cx="439509" cy="307777"/>
          </a:xfrm>
        </p:grpSpPr>
        <p:sp>
          <p:nvSpPr>
            <p:cNvPr id="100" name="TextBox 99"/>
            <p:cNvSpPr txBox="1"/>
            <p:nvPr/>
          </p:nvSpPr>
          <p:spPr>
            <a:xfrm>
              <a:off x="906847" y="1279758"/>
              <a:ext cx="43950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  </a:t>
              </a:r>
              <a:r>
                <a:rPr lang="en-IN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r>
                <a:rPr lang="en-IN" sz="1400" baseline="30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r>
                <a:rPr lang="en-IN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lang="en-IN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1" name="TextBox 100"/>
            <p:cNvSpPr txBox="1"/>
            <p:nvPr/>
          </p:nvSpPr>
          <p:spPr>
            <a:xfrm>
              <a:off x="941386" y="1330246"/>
              <a:ext cx="265605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endParaRPr lang="en-IN" sz="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534451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/>
          <p:cNvCxnSpPr/>
          <p:nvPr/>
        </p:nvCxnSpPr>
        <p:spPr>
          <a:xfrm>
            <a:off x="3611563" y="947601"/>
            <a:ext cx="2447492" cy="12983"/>
          </a:xfrm>
          <a:prstGeom prst="line">
            <a:avLst/>
          </a:prstGeom>
          <a:ln w="762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/>
          <p:cNvCxnSpPr/>
          <p:nvPr/>
        </p:nvCxnSpPr>
        <p:spPr>
          <a:xfrm flipV="1">
            <a:off x="3605706" y="3033861"/>
            <a:ext cx="2453351" cy="10583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/>
          <p:cNvCxnSpPr/>
          <p:nvPr/>
        </p:nvCxnSpPr>
        <p:spPr>
          <a:xfrm>
            <a:off x="3594453" y="1979156"/>
            <a:ext cx="2464602" cy="18064"/>
          </a:xfrm>
          <a:prstGeom prst="line">
            <a:avLst/>
          </a:prstGeom>
          <a:ln w="762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Arc 11"/>
          <p:cNvSpPr/>
          <p:nvPr/>
        </p:nvSpPr>
        <p:spPr>
          <a:xfrm rot="18990667" flipH="1">
            <a:off x="4033760" y="1901119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44450">
            <a:solidFill>
              <a:srgbClr val="C3137C"/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Arc 12"/>
          <p:cNvSpPr/>
          <p:nvPr/>
        </p:nvSpPr>
        <p:spPr>
          <a:xfrm rot="18990667" flipH="1">
            <a:off x="4069982" y="864799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31750">
            <a:solidFill>
              <a:srgbClr val="C3137C"/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Arc 13"/>
          <p:cNvSpPr/>
          <p:nvPr/>
        </p:nvSpPr>
        <p:spPr>
          <a:xfrm rot="8238481" flipH="1">
            <a:off x="3237477" y="1848325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28575">
            <a:solidFill>
              <a:srgbClr val="EC38A3">
                <a:alpha val="85000"/>
              </a:srgbClr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Arc 14"/>
          <p:cNvSpPr/>
          <p:nvPr/>
        </p:nvSpPr>
        <p:spPr>
          <a:xfrm rot="8238481" flipH="1">
            <a:off x="3834137" y="564486"/>
            <a:ext cx="2530571" cy="2724128"/>
          </a:xfrm>
          <a:prstGeom prst="arc">
            <a:avLst>
              <a:gd name="adj1" fmla="val 15976505"/>
              <a:gd name="adj2" fmla="val 92060"/>
            </a:avLst>
          </a:prstGeom>
          <a:ln w="38100">
            <a:solidFill>
              <a:srgbClr val="FF0000"/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Arc 15"/>
          <p:cNvSpPr/>
          <p:nvPr/>
        </p:nvSpPr>
        <p:spPr>
          <a:xfrm rot="18990667" flipH="1">
            <a:off x="5043905" y="1901119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34925">
            <a:solidFill>
              <a:srgbClr val="F250DB">
                <a:alpha val="74000"/>
              </a:srgbClr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" name="Arc 16"/>
          <p:cNvSpPr/>
          <p:nvPr/>
        </p:nvSpPr>
        <p:spPr>
          <a:xfrm rot="18990667" flipH="1">
            <a:off x="5080127" y="864799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25400">
            <a:solidFill>
              <a:srgbClr val="F250DB">
                <a:alpha val="68000"/>
              </a:srgbClr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Arc 17"/>
          <p:cNvSpPr/>
          <p:nvPr/>
        </p:nvSpPr>
        <p:spPr>
          <a:xfrm rot="8238481" flipH="1">
            <a:off x="4247621" y="1858905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34925">
            <a:solidFill>
              <a:srgbClr val="EC38A3"/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TextBox 18"/>
          <p:cNvSpPr txBox="1"/>
          <p:nvPr/>
        </p:nvSpPr>
        <p:spPr>
          <a:xfrm>
            <a:off x="3268279" y="773890"/>
            <a:ext cx="597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261993" y="1794490"/>
            <a:ext cx="597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271543" y="2833778"/>
            <a:ext cx="597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/>
              <p:cNvSpPr txBox="1"/>
              <p:nvPr/>
            </p:nvSpPr>
            <p:spPr>
              <a:xfrm>
                <a:off x="3594455" y="2044231"/>
                <a:ext cx="597207" cy="4531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baseline="-250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baseline="-2500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i="1" baseline="-250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IN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2" name="Text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4455" y="2044231"/>
                <a:ext cx="597207" cy="453137"/>
              </a:xfrm>
              <a:prstGeom prst="rect">
                <a:avLst/>
              </a:prstGeom>
              <a:blipFill>
                <a:blip r:embed="rId2"/>
                <a:stretch>
                  <a:fillRect b="-3066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/>
              <p:cNvSpPr txBox="1"/>
              <p:nvPr/>
            </p:nvSpPr>
            <p:spPr>
              <a:xfrm>
                <a:off x="3641148" y="1022386"/>
                <a:ext cx="597207" cy="4531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4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24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IN" sz="24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1148" y="1022386"/>
                <a:ext cx="597207" cy="453137"/>
              </a:xfrm>
              <a:prstGeom prst="rect">
                <a:avLst/>
              </a:prstGeom>
              <a:blipFill>
                <a:blip r:embed="rId3"/>
                <a:stretch>
                  <a:fillRect b="-3108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/>
              <p:cNvSpPr txBox="1"/>
              <p:nvPr/>
            </p:nvSpPr>
            <p:spPr>
              <a:xfrm>
                <a:off x="4647469" y="1014234"/>
                <a:ext cx="597207" cy="4531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4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24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IN" sz="24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7469" y="1014234"/>
                <a:ext cx="597207" cy="453137"/>
              </a:xfrm>
              <a:prstGeom prst="rect">
                <a:avLst/>
              </a:prstGeom>
              <a:blipFill>
                <a:blip r:embed="rId4"/>
                <a:stretch>
                  <a:fillRect b="-3066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/>
              <p:cNvSpPr txBox="1"/>
              <p:nvPr/>
            </p:nvSpPr>
            <p:spPr>
              <a:xfrm>
                <a:off x="4647470" y="2054814"/>
                <a:ext cx="597207" cy="4531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4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/>
                      </m:sSubSup>
                    </m:oMath>
                  </m:oMathPara>
                </a14:m>
                <a:endParaRPr lang="en-IN" sz="24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7470" y="2054814"/>
                <a:ext cx="597207" cy="453137"/>
              </a:xfrm>
              <a:prstGeom prst="rect">
                <a:avLst/>
              </a:prstGeom>
              <a:blipFill>
                <a:blip r:embed="rId5"/>
                <a:stretch>
                  <a:fillRect b="-3243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/>
              <p:cNvSpPr txBox="1"/>
              <p:nvPr/>
            </p:nvSpPr>
            <p:spPr>
              <a:xfrm>
                <a:off x="4379330" y="2048444"/>
                <a:ext cx="597207" cy="4531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4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4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/>
                      </m:sSubSup>
                    </m:oMath>
                  </m:oMathPara>
                </a14:m>
                <a:endParaRPr lang="en-IN" sz="24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7" name="Text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9330" y="2048444"/>
                <a:ext cx="597207" cy="453137"/>
              </a:xfrm>
              <a:prstGeom prst="rect">
                <a:avLst/>
              </a:prstGeom>
              <a:blipFill>
                <a:blip r:embed="rId6"/>
                <a:stretch>
                  <a:fillRect b="-3243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/>
              <p:cNvSpPr txBox="1"/>
              <p:nvPr/>
            </p:nvSpPr>
            <p:spPr>
              <a:xfrm>
                <a:off x="5389475" y="2085601"/>
                <a:ext cx="597207" cy="4531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4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4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/>
                      </m:sSubSup>
                    </m:oMath>
                  </m:oMathPara>
                </a14:m>
                <a:endParaRPr lang="en-IN" sz="24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9475" y="2085601"/>
                <a:ext cx="597207" cy="453137"/>
              </a:xfrm>
              <a:prstGeom prst="rect">
                <a:avLst/>
              </a:prstGeom>
              <a:blipFill>
                <a:blip r:embed="rId7"/>
                <a:stretch>
                  <a:fillRect b="-3243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Arc 28"/>
          <p:cNvSpPr/>
          <p:nvPr/>
        </p:nvSpPr>
        <p:spPr>
          <a:xfrm rot="8238481" flipH="1">
            <a:off x="4741291" y="1856623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38100">
            <a:solidFill>
              <a:schemeClr val="bg1">
                <a:lumMod val="65000"/>
              </a:schemeClr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/>
              <p:cNvSpPr txBox="1"/>
              <p:nvPr/>
            </p:nvSpPr>
            <p:spPr>
              <a:xfrm>
                <a:off x="5882642" y="2097025"/>
                <a:ext cx="605615" cy="4533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4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/>
                      </m:sSubSup>
                    </m:oMath>
                  </m:oMathPara>
                </a14:m>
                <a:endParaRPr lang="en-IN" sz="24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0" name="TextBox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2642" y="2097025"/>
                <a:ext cx="605615" cy="453336"/>
              </a:xfrm>
              <a:prstGeom prst="rect">
                <a:avLst/>
              </a:prstGeom>
              <a:blipFill>
                <a:blip r:embed="rId8"/>
                <a:stretch>
                  <a:fillRect b="-3783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/>
              <p:cNvSpPr txBox="1"/>
              <p:nvPr/>
            </p:nvSpPr>
            <p:spPr>
              <a:xfrm>
                <a:off x="6330288" y="1542489"/>
                <a:ext cx="597207" cy="4531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4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/>
                      </m:sSubSup>
                    </m:oMath>
                  </m:oMathPara>
                </a14:m>
                <a:endParaRPr lang="en-IN" sz="24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1" name="Text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0288" y="1542489"/>
                <a:ext cx="597207" cy="453137"/>
              </a:xfrm>
              <a:prstGeom prst="rect">
                <a:avLst/>
              </a:prstGeom>
              <a:blipFill>
                <a:blip r:embed="rId9"/>
                <a:stretch>
                  <a:fillRect b="-3783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Rectangle 32"/>
          <p:cNvSpPr/>
          <p:nvPr/>
        </p:nvSpPr>
        <p:spPr>
          <a:xfrm>
            <a:off x="3747377" y="816864"/>
            <a:ext cx="960171" cy="2352866"/>
          </a:xfrm>
          <a:prstGeom prst="rect">
            <a:avLst/>
          </a:prstGeom>
          <a:noFill/>
          <a:ln w="22225">
            <a:solidFill>
              <a:schemeClr val="accent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8" name="Rectangle 37"/>
          <p:cNvSpPr/>
          <p:nvPr/>
        </p:nvSpPr>
        <p:spPr>
          <a:xfrm>
            <a:off x="4772078" y="820374"/>
            <a:ext cx="960171" cy="2352866"/>
          </a:xfrm>
          <a:prstGeom prst="rect">
            <a:avLst/>
          </a:prstGeom>
          <a:noFill/>
          <a:ln w="22225">
            <a:solidFill>
              <a:schemeClr val="accent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3" name="TextBox 42"/>
          <p:cNvSpPr txBox="1"/>
          <p:nvPr/>
        </p:nvSpPr>
        <p:spPr>
          <a:xfrm>
            <a:off x="3785818" y="3124372"/>
            <a:ext cx="1005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975 nm</a:t>
            </a:r>
            <a:endParaRPr lang="en-IN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759904" y="3129258"/>
            <a:ext cx="1005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1064 nm</a:t>
            </a:r>
            <a:endParaRPr lang="en-IN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" name="Straight Arrow Connector 8"/>
          <p:cNvCxnSpPr/>
          <p:nvPr/>
        </p:nvCxnSpPr>
        <p:spPr>
          <a:xfrm flipV="1">
            <a:off x="3072808" y="893135"/>
            <a:ext cx="21265" cy="2126512"/>
          </a:xfrm>
          <a:prstGeom prst="straightConnector1">
            <a:avLst/>
          </a:prstGeom>
          <a:ln w="57150">
            <a:solidFill>
              <a:srgbClr val="EC38A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2417757" y="246493"/>
            <a:ext cx="13674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Two-photon process</a:t>
            </a:r>
            <a:endParaRPr lang="en-IN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100170" y="1004949"/>
            <a:ext cx="13674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Visible emission</a:t>
            </a:r>
            <a:endParaRPr lang="en-IN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04118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800734" y="294990"/>
            <a:ext cx="3132565" cy="230136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65" t="15417" r="10503" b="12361"/>
          <a:stretch/>
        </p:blipFill>
        <p:spPr>
          <a:xfrm>
            <a:off x="815957" y="305190"/>
            <a:ext cx="3110355" cy="2283617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 rot="1500000">
            <a:off x="727637" y="1404140"/>
            <a:ext cx="154384" cy="725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1" name="Straight Connector 10"/>
          <p:cNvCxnSpPr/>
          <p:nvPr/>
        </p:nvCxnSpPr>
        <p:spPr>
          <a:xfrm>
            <a:off x="690581" y="1373436"/>
            <a:ext cx="221573" cy="42738"/>
          </a:xfrm>
          <a:prstGeom prst="line">
            <a:avLst/>
          </a:prstGeom>
          <a:ln w="12700">
            <a:solidFill>
              <a:srgbClr val="4171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>
            <a:off x="678042" y="1455959"/>
            <a:ext cx="221573" cy="42738"/>
          </a:xfrm>
          <a:prstGeom prst="line">
            <a:avLst/>
          </a:prstGeom>
          <a:ln w="12700">
            <a:solidFill>
              <a:srgbClr val="4171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 rot="7620000">
            <a:off x="2300870" y="2561056"/>
            <a:ext cx="145701" cy="669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24" name="Straight Connector 23"/>
          <p:cNvCxnSpPr/>
          <p:nvPr/>
        </p:nvCxnSpPr>
        <p:spPr>
          <a:xfrm rot="6120000">
            <a:off x="2302532" y="2582576"/>
            <a:ext cx="221573" cy="42738"/>
          </a:xfrm>
          <a:prstGeom prst="line">
            <a:avLst/>
          </a:prstGeom>
          <a:ln w="12700">
            <a:solidFill>
              <a:srgbClr val="4171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rot="6120000">
            <a:off x="2218639" y="2573220"/>
            <a:ext cx="221573" cy="42738"/>
          </a:xfrm>
          <a:prstGeom prst="line">
            <a:avLst/>
          </a:prstGeom>
          <a:ln w="12700">
            <a:solidFill>
              <a:srgbClr val="4171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174983" y="2521625"/>
            <a:ext cx="4250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897879" y="252047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2738600" y="251987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468339" y="2524638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455526" y="2679504"/>
            <a:ext cx="19741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975 nm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461018" y="1678374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68425" y="2204082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-150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3611290" y="-19333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375293" y="1931828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3108943" y="2516580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632469" y="897929"/>
            <a:ext cx="4103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484831" y="645517"/>
            <a:ext cx="4103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618182" y="397866"/>
            <a:ext cx="4103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84831" y="1117004"/>
            <a:ext cx="4103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606278" y="1405151"/>
            <a:ext cx="4243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Rectangle 51"/>
          <p:cNvSpPr/>
          <p:nvPr/>
        </p:nvSpPr>
        <p:spPr>
          <a:xfrm rot="1500000">
            <a:off x="3864408" y="1410839"/>
            <a:ext cx="154384" cy="725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53" name="Straight Connector 52"/>
          <p:cNvCxnSpPr/>
          <p:nvPr/>
        </p:nvCxnSpPr>
        <p:spPr>
          <a:xfrm>
            <a:off x="3827352" y="1380135"/>
            <a:ext cx="221573" cy="42738"/>
          </a:xfrm>
          <a:prstGeom prst="line">
            <a:avLst/>
          </a:prstGeom>
          <a:ln w="12700">
            <a:solidFill>
              <a:srgbClr val="4171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>
            <a:off x="3814813" y="1462658"/>
            <a:ext cx="221573" cy="42738"/>
          </a:xfrm>
          <a:prstGeom prst="line">
            <a:avLst/>
          </a:prstGeom>
          <a:ln w="12700">
            <a:solidFill>
              <a:srgbClr val="4171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2380280" y="2516580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Rectangle 55"/>
          <p:cNvSpPr/>
          <p:nvPr/>
        </p:nvSpPr>
        <p:spPr>
          <a:xfrm rot="7620000">
            <a:off x="2304013" y="259818"/>
            <a:ext cx="145701" cy="669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57" name="Straight Connector 56"/>
          <p:cNvCxnSpPr/>
          <p:nvPr/>
        </p:nvCxnSpPr>
        <p:spPr>
          <a:xfrm rot="6120000">
            <a:off x="2305675" y="281338"/>
            <a:ext cx="221573" cy="42738"/>
          </a:xfrm>
          <a:prstGeom prst="line">
            <a:avLst/>
          </a:prstGeom>
          <a:ln w="12700">
            <a:solidFill>
              <a:srgbClr val="4171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rot="6120000">
            <a:off x="2221782" y="271982"/>
            <a:ext cx="221573" cy="42738"/>
          </a:xfrm>
          <a:prstGeom prst="line">
            <a:avLst/>
          </a:prstGeom>
          <a:ln w="12700">
            <a:solidFill>
              <a:srgbClr val="4171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 rot="16200000">
            <a:off x="-474392" y="1274388"/>
            <a:ext cx="1670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PL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change, S (%) 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Oval 60"/>
          <p:cNvSpPr/>
          <p:nvPr/>
        </p:nvSpPr>
        <p:spPr>
          <a:xfrm>
            <a:off x="2347274" y="2197109"/>
            <a:ext cx="71563" cy="75537"/>
          </a:xfrm>
          <a:prstGeom prst="ellipse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0" name="Oval 59"/>
          <p:cNvSpPr/>
          <p:nvPr/>
        </p:nvSpPr>
        <p:spPr>
          <a:xfrm>
            <a:off x="2343257" y="1916114"/>
            <a:ext cx="71563" cy="7553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65" name="Straight Connector 64"/>
          <p:cNvCxnSpPr/>
          <p:nvPr/>
        </p:nvCxnSpPr>
        <p:spPr>
          <a:xfrm>
            <a:off x="2378020" y="1864807"/>
            <a:ext cx="0" cy="18000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H="1">
            <a:off x="2341686" y="1868785"/>
            <a:ext cx="72000" cy="1323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/>
          <p:nvPr/>
        </p:nvCxnSpPr>
        <p:spPr>
          <a:xfrm flipH="1">
            <a:off x="2339035" y="2041814"/>
            <a:ext cx="72000" cy="1323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2384852" y="1794252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data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2392501" y="2063158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Stimulated data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4" name="Picture 7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47" t="14884" r="11996" b="11782"/>
          <a:stretch/>
        </p:blipFill>
        <p:spPr>
          <a:xfrm>
            <a:off x="4476322" y="287079"/>
            <a:ext cx="1499184" cy="1139994"/>
          </a:xfrm>
          <a:prstGeom prst="rect">
            <a:avLst/>
          </a:prstGeom>
        </p:spPr>
      </p:pic>
      <p:pic>
        <p:nvPicPr>
          <p:cNvPr id="75" name="Picture 7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47" t="14884" r="12126" b="11782"/>
          <a:stretch/>
        </p:blipFill>
        <p:spPr>
          <a:xfrm>
            <a:off x="4482672" y="1478791"/>
            <a:ext cx="1488552" cy="1133793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4414489" y="2521463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4797870" y="2526225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5195539" y="2526226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5574158" y="2523844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4354356" y="2675202"/>
            <a:ext cx="19741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975 nm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4201811" y="2281490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4204085" y="2010809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4204085" y="1720795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4207497" y="1451251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4202534" y="1094795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4204808" y="824114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4204808" y="534100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4208220" y="264556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TextBox 90"/>
          <p:cNvSpPr txBox="1"/>
          <p:nvPr/>
        </p:nvSpPr>
        <p:spPr>
          <a:xfrm rot="-5400000">
            <a:off x="3107827" y="1204343"/>
            <a:ext cx="20922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1064 nm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2" name="Picture 91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598" t="14884" r="5383" b="11782"/>
          <a:stretch/>
        </p:blipFill>
        <p:spPr>
          <a:xfrm>
            <a:off x="5987846" y="222721"/>
            <a:ext cx="206965" cy="2456553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6098985" y="2401506"/>
            <a:ext cx="4123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6095635" y="1930909"/>
            <a:ext cx="4123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6085588" y="1453612"/>
            <a:ext cx="4123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6085588" y="976315"/>
            <a:ext cx="4123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6080564" y="493994"/>
            <a:ext cx="4123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6240186" y="-14748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5706786" y="242429"/>
            <a:ext cx="4510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IN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IN" sz="1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5665511" y="1442579"/>
            <a:ext cx="4510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(ii)</a:t>
            </a:r>
            <a:endParaRPr lang="en-IN" sz="1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7" name="Straight Connector 66"/>
          <p:cNvCxnSpPr/>
          <p:nvPr/>
        </p:nvCxnSpPr>
        <p:spPr>
          <a:xfrm>
            <a:off x="8584499" y="532488"/>
            <a:ext cx="2447492" cy="12983"/>
          </a:xfrm>
          <a:prstGeom prst="line">
            <a:avLst/>
          </a:prstGeom>
          <a:ln w="762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/>
          <p:cNvCxnSpPr/>
          <p:nvPr/>
        </p:nvCxnSpPr>
        <p:spPr>
          <a:xfrm flipV="1">
            <a:off x="8578642" y="2618748"/>
            <a:ext cx="2453351" cy="10583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>
            <a:off x="8567389" y="1564043"/>
            <a:ext cx="2464602" cy="18064"/>
          </a:xfrm>
          <a:prstGeom prst="line">
            <a:avLst/>
          </a:prstGeom>
          <a:ln w="762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Arc 71"/>
          <p:cNvSpPr/>
          <p:nvPr/>
        </p:nvSpPr>
        <p:spPr>
          <a:xfrm rot="18990667" flipH="1">
            <a:off x="9006696" y="1486006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44450">
            <a:solidFill>
              <a:srgbClr val="C3137C"/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6" name="Arc 75"/>
          <p:cNvSpPr/>
          <p:nvPr/>
        </p:nvSpPr>
        <p:spPr>
          <a:xfrm rot="18990667" flipH="1">
            <a:off x="9042918" y="449686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31750">
            <a:solidFill>
              <a:srgbClr val="C3137C"/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2" name="Arc 81"/>
          <p:cNvSpPr/>
          <p:nvPr/>
        </p:nvSpPr>
        <p:spPr>
          <a:xfrm rot="8238481" flipH="1">
            <a:off x="8210413" y="1433212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28575">
            <a:solidFill>
              <a:srgbClr val="EC38A3">
                <a:alpha val="85000"/>
              </a:srgbClr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3" name="Arc 92"/>
          <p:cNvSpPr/>
          <p:nvPr/>
        </p:nvSpPr>
        <p:spPr>
          <a:xfrm rot="8238481" flipH="1">
            <a:off x="8817706" y="149373"/>
            <a:ext cx="2530571" cy="2724128"/>
          </a:xfrm>
          <a:prstGeom prst="arc">
            <a:avLst>
              <a:gd name="adj1" fmla="val 15976505"/>
              <a:gd name="adj2" fmla="val 211274"/>
            </a:avLst>
          </a:prstGeom>
          <a:ln w="38100">
            <a:solidFill>
              <a:srgbClr val="FF0000"/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9" name="Arc 98"/>
          <p:cNvSpPr/>
          <p:nvPr/>
        </p:nvSpPr>
        <p:spPr>
          <a:xfrm rot="18990667" flipH="1">
            <a:off x="10016841" y="1486006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34925">
            <a:solidFill>
              <a:srgbClr val="F250DB">
                <a:alpha val="74000"/>
              </a:srgbClr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3" name="Arc 102"/>
          <p:cNvSpPr/>
          <p:nvPr/>
        </p:nvSpPr>
        <p:spPr>
          <a:xfrm rot="18990667" flipH="1">
            <a:off x="10053063" y="449686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25400">
            <a:solidFill>
              <a:srgbClr val="F250DB">
                <a:alpha val="68000"/>
              </a:srgbClr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4" name="Arc 103"/>
          <p:cNvSpPr/>
          <p:nvPr/>
        </p:nvSpPr>
        <p:spPr>
          <a:xfrm rot="8238481" flipH="1">
            <a:off x="9220557" y="1443792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34925">
            <a:solidFill>
              <a:srgbClr val="EC38A3"/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5" name="TextBox 104"/>
          <p:cNvSpPr txBox="1"/>
          <p:nvPr/>
        </p:nvSpPr>
        <p:spPr>
          <a:xfrm>
            <a:off x="8219949" y="294980"/>
            <a:ext cx="5972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24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8213665" y="1326213"/>
            <a:ext cx="5972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24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8212581" y="2386767"/>
            <a:ext cx="5972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24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8" name="TextBox 107"/>
              <p:cNvSpPr txBox="1"/>
              <p:nvPr/>
            </p:nvSpPr>
            <p:spPr>
              <a:xfrm>
                <a:off x="8578023" y="1873671"/>
                <a:ext cx="597207" cy="5734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baseline="-250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baseline="-2500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3200" i="1" baseline="-250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IN" sz="24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8" name="TextBox 10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8023" y="1873671"/>
                <a:ext cx="597207" cy="573427"/>
              </a:xfrm>
              <a:prstGeom prst="rect">
                <a:avLst/>
              </a:prstGeom>
              <a:blipFill>
                <a:blip r:embed="rId5"/>
                <a:stretch>
                  <a:fillRect b="-2446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9" name="TextBox 108"/>
              <p:cNvSpPr txBox="1"/>
              <p:nvPr/>
            </p:nvSpPr>
            <p:spPr>
              <a:xfrm>
                <a:off x="8582185" y="809298"/>
                <a:ext cx="597207" cy="5734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IN" sz="32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9" name="TextBox 10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2185" y="809298"/>
                <a:ext cx="597207" cy="573427"/>
              </a:xfrm>
              <a:prstGeom prst="rect">
                <a:avLst/>
              </a:prstGeom>
              <a:blipFill>
                <a:blip r:embed="rId6"/>
                <a:stretch>
                  <a:fillRect b="-2446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0" name="TextBox 109"/>
              <p:cNvSpPr txBox="1"/>
              <p:nvPr/>
            </p:nvSpPr>
            <p:spPr>
              <a:xfrm>
                <a:off x="9620405" y="833041"/>
                <a:ext cx="597207" cy="5734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IN" sz="32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0" name="TextBox 10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0405" y="833041"/>
                <a:ext cx="597207" cy="573427"/>
              </a:xfrm>
              <a:prstGeom prst="rect">
                <a:avLst/>
              </a:prstGeom>
              <a:blipFill>
                <a:blip r:embed="rId7"/>
                <a:stretch>
                  <a:fillRect b="-2446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1" name="TextBox 110"/>
              <p:cNvSpPr txBox="1"/>
              <p:nvPr/>
            </p:nvSpPr>
            <p:spPr>
              <a:xfrm>
                <a:off x="9662937" y="1862988"/>
                <a:ext cx="597207" cy="5734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/>
                      </m:sSubSup>
                    </m:oMath>
                  </m:oMathPara>
                </a14:m>
                <a:endParaRPr lang="en-IN" sz="32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1" name="TextBox 1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2937" y="1862988"/>
                <a:ext cx="597207" cy="573427"/>
              </a:xfrm>
              <a:prstGeom prst="rect">
                <a:avLst/>
              </a:prstGeom>
              <a:blipFill>
                <a:blip r:embed="rId8"/>
                <a:stretch>
                  <a:fillRect b="-2446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2" name="TextBox 111"/>
              <p:cNvSpPr txBox="1"/>
              <p:nvPr/>
            </p:nvSpPr>
            <p:spPr>
              <a:xfrm>
                <a:off x="9362899" y="1144229"/>
                <a:ext cx="597207" cy="5734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/>
                      </m:sSubSup>
                    </m:oMath>
                  </m:oMathPara>
                </a14:m>
                <a:endParaRPr lang="en-IN" sz="32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2" name="TextBox 1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2899" y="1144229"/>
                <a:ext cx="597207" cy="573427"/>
              </a:xfrm>
              <a:prstGeom prst="rect">
                <a:avLst/>
              </a:prstGeom>
              <a:blipFill>
                <a:blip r:embed="rId9"/>
                <a:stretch>
                  <a:fillRect b="-2446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3" name="TextBox 112"/>
              <p:cNvSpPr txBox="1"/>
              <p:nvPr/>
            </p:nvSpPr>
            <p:spPr>
              <a:xfrm>
                <a:off x="10373044" y="1149485"/>
                <a:ext cx="597207" cy="5734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/>
                      </m:sSubSup>
                    </m:oMath>
                  </m:oMathPara>
                </a14:m>
                <a:endParaRPr lang="en-IN" sz="32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3" name="TextBox 1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3044" y="1149485"/>
                <a:ext cx="597207" cy="573427"/>
              </a:xfrm>
              <a:prstGeom prst="rect">
                <a:avLst/>
              </a:prstGeom>
              <a:blipFill>
                <a:blip r:embed="rId10"/>
                <a:stretch>
                  <a:fillRect b="-2446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4" name="Arc 113"/>
          <p:cNvSpPr/>
          <p:nvPr/>
        </p:nvSpPr>
        <p:spPr>
          <a:xfrm rot="8238481" flipH="1">
            <a:off x="9814951" y="1546727"/>
            <a:ext cx="1150546" cy="1137418"/>
          </a:xfrm>
          <a:prstGeom prst="arc">
            <a:avLst>
              <a:gd name="adj1" fmla="val 15821220"/>
              <a:gd name="adj2" fmla="val 696015"/>
            </a:avLst>
          </a:prstGeom>
          <a:ln w="38100">
            <a:solidFill>
              <a:schemeClr val="bg1">
                <a:lumMod val="65000"/>
              </a:schemeClr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5" name="TextBox 114"/>
              <p:cNvSpPr txBox="1"/>
              <p:nvPr/>
            </p:nvSpPr>
            <p:spPr>
              <a:xfrm>
                <a:off x="10834313" y="1212189"/>
                <a:ext cx="605615" cy="5734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/>
                      </m:sSubSup>
                    </m:oMath>
                  </m:oMathPara>
                </a14:m>
                <a:endParaRPr lang="en-IN" sz="32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5" name="TextBox 1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34313" y="1212189"/>
                <a:ext cx="605615" cy="573427"/>
              </a:xfrm>
              <a:prstGeom prst="rect">
                <a:avLst/>
              </a:prstGeom>
              <a:blipFill>
                <a:blip r:embed="rId11"/>
                <a:stretch>
                  <a:fillRect b="-2446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6" name="TextBox 115"/>
              <p:cNvSpPr txBox="1"/>
              <p:nvPr/>
            </p:nvSpPr>
            <p:spPr>
              <a:xfrm>
                <a:off x="10665268" y="181074"/>
                <a:ext cx="597207" cy="5734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/>
                      </m:sSubSup>
                    </m:oMath>
                  </m:oMathPara>
                </a14:m>
                <a:endParaRPr lang="en-IN" sz="32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6" name="TextBox 1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5268" y="181074"/>
                <a:ext cx="597207" cy="573427"/>
              </a:xfrm>
              <a:prstGeom prst="rect">
                <a:avLst/>
              </a:prstGeom>
              <a:blipFill>
                <a:blip r:embed="rId12"/>
                <a:stretch>
                  <a:fillRect b="-2446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7" name="Rectangle 116"/>
          <p:cNvSpPr/>
          <p:nvPr/>
        </p:nvSpPr>
        <p:spPr>
          <a:xfrm>
            <a:off x="8720313" y="401751"/>
            <a:ext cx="960171" cy="2352866"/>
          </a:xfrm>
          <a:prstGeom prst="rect">
            <a:avLst/>
          </a:prstGeom>
          <a:noFill/>
          <a:ln w="22225">
            <a:solidFill>
              <a:schemeClr val="accent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8" name="Rectangle 117"/>
          <p:cNvSpPr/>
          <p:nvPr/>
        </p:nvSpPr>
        <p:spPr>
          <a:xfrm>
            <a:off x="9745014" y="405261"/>
            <a:ext cx="960171" cy="2352866"/>
          </a:xfrm>
          <a:prstGeom prst="rect">
            <a:avLst/>
          </a:prstGeom>
          <a:noFill/>
          <a:ln w="22225">
            <a:solidFill>
              <a:schemeClr val="accent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9" name="TextBox 118"/>
          <p:cNvSpPr txBox="1"/>
          <p:nvPr/>
        </p:nvSpPr>
        <p:spPr>
          <a:xfrm>
            <a:off x="8524828" y="2645461"/>
            <a:ext cx="13284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975 nm</a:t>
            </a:r>
            <a:endParaRPr lang="en-IN" sz="28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9658413" y="2639714"/>
            <a:ext cx="14814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1064 nm</a:t>
            </a:r>
            <a:endParaRPr lang="en-IN" sz="28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3" name="TextBox 122"/>
          <p:cNvSpPr txBox="1"/>
          <p:nvPr/>
        </p:nvSpPr>
        <p:spPr>
          <a:xfrm>
            <a:off x="11001780" y="429461"/>
            <a:ext cx="13674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Visible emission</a:t>
            </a:r>
            <a:endParaRPr lang="en-IN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4" name="TextBox 123"/>
          <p:cNvSpPr txBox="1"/>
          <p:nvPr/>
        </p:nvSpPr>
        <p:spPr>
          <a:xfrm rot="16200000">
            <a:off x="5650183" y="1274388"/>
            <a:ext cx="1670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PL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change, S (%) 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25" name="Straight Connector 124"/>
          <p:cNvCxnSpPr/>
          <p:nvPr/>
        </p:nvCxnSpPr>
        <p:spPr>
          <a:xfrm>
            <a:off x="8354127" y="3810870"/>
            <a:ext cx="2447492" cy="12983"/>
          </a:xfrm>
          <a:prstGeom prst="line">
            <a:avLst/>
          </a:prstGeom>
          <a:ln w="762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/>
          <p:cNvCxnSpPr/>
          <p:nvPr/>
        </p:nvCxnSpPr>
        <p:spPr>
          <a:xfrm flipV="1">
            <a:off x="8348270" y="5897130"/>
            <a:ext cx="2453351" cy="10583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/>
          <p:cNvCxnSpPr/>
          <p:nvPr/>
        </p:nvCxnSpPr>
        <p:spPr>
          <a:xfrm>
            <a:off x="8337017" y="4842425"/>
            <a:ext cx="2464602" cy="18064"/>
          </a:xfrm>
          <a:prstGeom prst="line">
            <a:avLst/>
          </a:prstGeom>
          <a:ln w="762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Arc 127"/>
          <p:cNvSpPr/>
          <p:nvPr/>
        </p:nvSpPr>
        <p:spPr>
          <a:xfrm rot="18990667" flipH="1">
            <a:off x="8776324" y="4764388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44450">
            <a:solidFill>
              <a:srgbClr val="C3137C"/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9" name="Arc 128"/>
          <p:cNvSpPr/>
          <p:nvPr/>
        </p:nvSpPr>
        <p:spPr>
          <a:xfrm rot="18990667" flipH="1">
            <a:off x="8812546" y="3728068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31750">
            <a:solidFill>
              <a:srgbClr val="C3137C"/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0" name="Arc 129"/>
          <p:cNvSpPr/>
          <p:nvPr/>
        </p:nvSpPr>
        <p:spPr>
          <a:xfrm rot="8238481" flipH="1">
            <a:off x="7980041" y="4711594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28575">
            <a:solidFill>
              <a:srgbClr val="EC38A3">
                <a:alpha val="85000"/>
              </a:srgbClr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1" name="Arc 130"/>
          <p:cNvSpPr/>
          <p:nvPr/>
        </p:nvSpPr>
        <p:spPr>
          <a:xfrm rot="8238481" flipH="1">
            <a:off x="8587334" y="3427755"/>
            <a:ext cx="2530571" cy="2724128"/>
          </a:xfrm>
          <a:prstGeom prst="arc">
            <a:avLst>
              <a:gd name="adj1" fmla="val 15976505"/>
              <a:gd name="adj2" fmla="val 211274"/>
            </a:avLst>
          </a:prstGeom>
          <a:ln w="38100">
            <a:solidFill>
              <a:srgbClr val="FF0000"/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2" name="Arc 131"/>
          <p:cNvSpPr/>
          <p:nvPr/>
        </p:nvSpPr>
        <p:spPr>
          <a:xfrm rot="18990667" flipH="1">
            <a:off x="9786469" y="4764388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34925">
            <a:solidFill>
              <a:srgbClr val="F250DB">
                <a:alpha val="74000"/>
              </a:srgbClr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3" name="Arc 132"/>
          <p:cNvSpPr/>
          <p:nvPr/>
        </p:nvSpPr>
        <p:spPr>
          <a:xfrm rot="18990667" flipH="1">
            <a:off x="9822691" y="3728068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25400">
            <a:solidFill>
              <a:srgbClr val="F250DB">
                <a:alpha val="68000"/>
              </a:srgbClr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4" name="Arc 133"/>
          <p:cNvSpPr/>
          <p:nvPr/>
        </p:nvSpPr>
        <p:spPr>
          <a:xfrm rot="8238481" flipH="1">
            <a:off x="8990185" y="4722174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34925">
            <a:solidFill>
              <a:srgbClr val="EC38A3"/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5" name="TextBox 134"/>
          <p:cNvSpPr txBox="1"/>
          <p:nvPr/>
        </p:nvSpPr>
        <p:spPr>
          <a:xfrm>
            <a:off x="7989577" y="3573362"/>
            <a:ext cx="5972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24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6" name="TextBox 135"/>
          <p:cNvSpPr txBox="1"/>
          <p:nvPr/>
        </p:nvSpPr>
        <p:spPr>
          <a:xfrm>
            <a:off x="7983293" y="4604595"/>
            <a:ext cx="5972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24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7" name="TextBox 136"/>
          <p:cNvSpPr txBox="1"/>
          <p:nvPr/>
        </p:nvSpPr>
        <p:spPr>
          <a:xfrm>
            <a:off x="7982209" y="5665149"/>
            <a:ext cx="5972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24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8" name="TextBox 137"/>
              <p:cNvSpPr txBox="1"/>
              <p:nvPr/>
            </p:nvSpPr>
            <p:spPr>
              <a:xfrm>
                <a:off x="8347651" y="5130787"/>
                <a:ext cx="597207" cy="5734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baseline="-250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baseline="-2500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3200" i="1" baseline="-250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IN" sz="24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38" name="TextBox 1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7651" y="5130787"/>
                <a:ext cx="597207" cy="573427"/>
              </a:xfrm>
              <a:prstGeom prst="rect">
                <a:avLst/>
              </a:prstGeom>
              <a:blipFill>
                <a:blip r:embed="rId13"/>
                <a:stretch>
                  <a:fillRect b="-2446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9" name="TextBox 138"/>
              <p:cNvSpPr txBox="1"/>
              <p:nvPr/>
            </p:nvSpPr>
            <p:spPr>
              <a:xfrm>
                <a:off x="8351813" y="4066414"/>
                <a:ext cx="597207" cy="5734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IN" sz="32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39" name="TextBox 1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1813" y="4066414"/>
                <a:ext cx="597207" cy="573427"/>
              </a:xfrm>
              <a:prstGeom prst="rect">
                <a:avLst/>
              </a:prstGeom>
              <a:blipFill>
                <a:blip r:embed="rId14"/>
                <a:stretch>
                  <a:fillRect b="-2446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0" name="TextBox 139"/>
              <p:cNvSpPr txBox="1"/>
              <p:nvPr/>
            </p:nvSpPr>
            <p:spPr>
              <a:xfrm>
                <a:off x="9390033" y="4079524"/>
                <a:ext cx="597207" cy="5734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IN" sz="32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40" name="TextBox 13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0033" y="4079524"/>
                <a:ext cx="597207" cy="573427"/>
              </a:xfrm>
              <a:prstGeom prst="rect">
                <a:avLst/>
              </a:prstGeom>
              <a:blipFill>
                <a:blip r:embed="rId15"/>
                <a:stretch>
                  <a:fillRect b="-2446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1" name="TextBox 140"/>
              <p:cNvSpPr txBox="1"/>
              <p:nvPr/>
            </p:nvSpPr>
            <p:spPr>
              <a:xfrm>
                <a:off x="9432565" y="5120104"/>
                <a:ext cx="597207" cy="5734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/>
                      </m:sSubSup>
                    </m:oMath>
                  </m:oMathPara>
                </a14:m>
                <a:endParaRPr lang="en-IN" sz="32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41" name="TextBox 1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2565" y="5120104"/>
                <a:ext cx="597207" cy="573427"/>
              </a:xfrm>
              <a:prstGeom prst="rect">
                <a:avLst/>
              </a:prstGeom>
              <a:blipFill>
                <a:blip r:embed="rId16"/>
                <a:stretch>
                  <a:fillRect b="-2446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2" name="TextBox 141"/>
              <p:cNvSpPr txBox="1"/>
              <p:nvPr/>
            </p:nvSpPr>
            <p:spPr>
              <a:xfrm>
                <a:off x="9132527" y="4422611"/>
                <a:ext cx="597207" cy="5734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/>
                      </m:sSubSup>
                    </m:oMath>
                  </m:oMathPara>
                </a14:m>
                <a:endParaRPr lang="en-IN" sz="32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42" name="TextBox 1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2527" y="4422611"/>
                <a:ext cx="597207" cy="573427"/>
              </a:xfrm>
              <a:prstGeom prst="rect">
                <a:avLst/>
              </a:prstGeom>
              <a:blipFill>
                <a:blip r:embed="rId17"/>
                <a:stretch>
                  <a:fillRect b="-2315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3" name="TextBox 142"/>
              <p:cNvSpPr txBox="1"/>
              <p:nvPr/>
            </p:nvSpPr>
            <p:spPr>
              <a:xfrm>
                <a:off x="10132039" y="4427867"/>
                <a:ext cx="597207" cy="5734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/>
                      </m:sSubSup>
                    </m:oMath>
                  </m:oMathPara>
                </a14:m>
                <a:endParaRPr lang="en-IN" sz="32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43" name="TextBox 1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2039" y="4427867"/>
                <a:ext cx="597207" cy="573427"/>
              </a:xfrm>
              <a:prstGeom prst="rect">
                <a:avLst/>
              </a:prstGeom>
              <a:blipFill>
                <a:blip r:embed="rId18"/>
                <a:stretch>
                  <a:fillRect b="-2446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4" name="Arc 143"/>
          <p:cNvSpPr/>
          <p:nvPr/>
        </p:nvSpPr>
        <p:spPr>
          <a:xfrm rot="8238481" flipH="1">
            <a:off x="9584579" y="4825109"/>
            <a:ext cx="1150546" cy="1137418"/>
          </a:xfrm>
          <a:prstGeom prst="arc">
            <a:avLst>
              <a:gd name="adj1" fmla="val 15821220"/>
              <a:gd name="adj2" fmla="val 696015"/>
            </a:avLst>
          </a:prstGeom>
          <a:ln w="38100">
            <a:solidFill>
              <a:schemeClr val="bg1">
                <a:lumMod val="65000"/>
              </a:schemeClr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5" name="TextBox 144"/>
              <p:cNvSpPr txBox="1"/>
              <p:nvPr/>
            </p:nvSpPr>
            <p:spPr>
              <a:xfrm>
                <a:off x="10603941" y="4490571"/>
                <a:ext cx="605615" cy="5734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/>
                      </m:sSubSup>
                    </m:oMath>
                  </m:oMathPara>
                </a14:m>
                <a:endParaRPr lang="en-IN" sz="32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45" name="TextBox 1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03941" y="4490571"/>
                <a:ext cx="605615" cy="573427"/>
              </a:xfrm>
              <a:prstGeom prst="rect">
                <a:avLst/>
              </a:prstGeom>
              <a:blipFill>
                <a:blip r:embed="rId19"/>
                <a:stretch>
                  <a:fillRect b="-2446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6" name="TextBox 145"/>
              <p:cNvSpPr txBox="1"/>
              <p:nvPr/>
            </p:nvSpPr>
            <p:spPr>
              <a:xfrm>
                <a:off x="10434896" y="3459456"/>
                <a:ext cx="597207" cy="5734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/>
                      </m:sSubSup>
                    </m:oMath>
                  </m:oMathPara>
                </a14:m>
                <a:endParaRPr lang="en-IN" sz="32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46" name="TextBox 1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34896" y="3459456"/>
                <a:ext cx="597207" cy="573427"/>
              </a:xfrm>
              <a:prstGeom prst="rect">
                <a:avLst/>
              </a:prstGeom>
              <a:blipFill>
                <a:blip r:embed="rId20"/>
                <a:stretch>
                  <a:fillRect b="-2315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7" name="Rectangle 146"/>
          <p:cNvSpPr/>
          <p:nvPr/>
        </p:nvSpPr>
        <p:spPr>
          <a:xfrm>
            <a:off x="8489941" y="3680133"/>
            <a:ext cx="960171" cy="2352866"/>
          </a:xfrm>
          <a:prstGeom prst="rect">
            <a:avLst/>
          </a:prstGeom>
          <a:noFill/>
          <a:ln w="22225">
            <a:solidFill>
              <a:schemeClr val="accent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8" name="Rectangle 147"/>
          <p:cNvSpPr/>
          <p:nvPr/>
        </p:nvSpPr>
        <p:spPr>
          <a:xfrm>
            <a:off x="9514642" y="3683643"/>
            <a:ext cx="960171" cy="2352866"/>
          </a:xfrm>
          <a:prstGeom prst="rect">
            <a:avLst/>
          </a:prstGeom>
          <a:noFill/>
          <a:ln w="22225">
            <a:solidFill>
              <a:schemeClr val="accent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9" name="TextBox 148"/>
          <p:cNvSpPr txBox="1"/>
          <p:nvPr/>
        </p:nvSpPr>
        <p:spPr>
          <a:xfrm>
            <a:off x="8294456" y="5923843"/>
            <a:ext cx="13284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975 nm</a:t>
            </a:r>
            <a:endParaRPr lang="en-IN" sz="28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0" name="TextBox 149"/>
          <p:cNvSpPr txBox="1"/>
          <p:nvPr/>
        </p:nvSpPr>
        <p:spPr>
          <a:xfrm>
            <a:off x="9428041" y="5918096"/>
            <a:ext cx="14814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1064 nm</a:t>
            </a:r>
            <a:endParaRPr lang="en-IN" sz="28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66587" y="239365"/>
            <a:ext cx="1356659" cy="1263938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06242" y="3519542"/>
            <a:ext cx="6559865" cy="3133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55077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49" t="12000" r="9488" b="9538"/>
          <a:stretch/>
        </p:blipFill>
        <p:spPr>
          <a:xfrm>
            <a:off x="5227786" y="347514"/>
            <a:ext cx="3001819" cy="237721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22" t="13988" r="9148" b="11275"/>
          <a:stretch/>
        </p:blipFill>
        <p:spPr>
          <a:xfrm>
            <a:off x="5240610" y="3112660"/>
            <a:ext cx="3111715" cy="23090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40170" y="3165602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568778" y="2649452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366736" y="525361"/>
            <a:ext cx="5350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004698" y="175702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01111" y="2824001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 rot="16200000">
            <a:off x="330606" y="4006344"/>
            <a:ext cx="1670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PL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change, S (%) 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236590" y="1037940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378671" y="1544016"/>
            <a:ext cx="5460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238408" y="2054323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976404" y="2649452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380426" y="2649452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784448" y="2642478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188470" y="2649452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584666" y="2648434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996514" y="2642477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441827" y="2642476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909526" y="2803338"/>
            <a:ext cx="25523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1064 nm laser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375646" y="3515317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242212" y="3840140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242211" y="4181831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242210" y="4512963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248943" y="4844095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386465" y="5170760"/>
            <a:ext cx="5143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631598" y="5316841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2038673" y="5323818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47775" y="5323818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2851797" y="5321924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3236769" y="5325088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3640585" y="5324070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033383" y="5321923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4448835" y="5321921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1851377" y="5488003"/>
            <a:ext cx="25523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975 nm laser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5164972" y="2630198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5561887" y="2637175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65909" y="2637175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6369931" y="2630201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6785383" y="2633365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7189199" y="2632347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7581997" y="2630200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5399991" y="2796280"/>
            <a:ext cx="25523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975 nm laser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 rot="16200000">
            <a:off x="3632719" y="1359468"/>
            <a:ext cx="25523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1064 nm laser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4971234" y="2204540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4971234" y="1849879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4975353" y="1497518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4971234" y="1157706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4971234" y="817894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4971235" y="478082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8139193" y="2252294"/>
            <a:ext cx="6324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8139193" y="1779163"/>
            <a:ext cx="6324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8139193" y="1314450"/>
            <a:ext cx="6324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8139193" y="817894"/>
            <a:ext cx="6324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8139193" y="344763"/>
            <a:ext cx="6324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TextBox 91"/>
          <p:cNvSpPr txBox="1"/>
          <p:nvPr/>
        </p:nvSpPr>
        <p:spPr>
          <a:xfrm rot="16200000">
            <a:off x="331878" y="1317909"/>
            <a:ext cx="16628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PL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change, S (%)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3" name="TextBox 92"/>
          <p:cNvSpPr txBox="1"/>
          <p:nvPr/>
        </p:nvSpPr>
        <p:spPr>
          <a:xfrm rot="16200000">
            <a:off x="7646356" y="1193092"/>
            <a:ext cx="19119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PL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change, S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(%)</a:t>
            </a:r>
          </a:p>
        </p:txBody>
      </p:sp>
      <p:sp>
        <p:nvSpPr>
          <p:cNvPr id="94" name="TextBox 93"/>
          <p:cNvSpPr txBox="1"/>
          <p:nvPr/>
        </p:nvSpPr>
        <p:spPr>
          <a:xfrm rot="16200000">
            <a:off x="4085013" y="4042135"/>
            <a:ext cx="1741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PL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change, S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(%) 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845064" y="5488003"/>
            <a:ext cx="25523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Power</a:t>
            </a:r>
            <a:r>
              <a:rPr lang="en-IN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975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Power</a:t>
            </a:r>
            <a:r>
              <a:rPr lang="en-IN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1064</a:t>
            </a:r>
            <a:endParaRPr lang="en-IN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5081034" y="3220415"/>
            <a:ext cx="5350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4942175" y="3699424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5093418" y="4225160"/>
            <a:ext cx="5460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4948435" y="4715197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5199433" y="5318111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5739487" y="5311598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279541" y="5311597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6827225" y="5311597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7351990" y="5311596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912829" y="5311597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708484" y="2858796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4708483" y="109100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5663419" y="3631798"/>
            <a:ext cx="15719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Slope</a:t>
            </a:r>
            <a:r>
              <a:rPr lang="en-IN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- 0.022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629356" y="4551503"/>
            <a:ext cx="16002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Slope</a:t>
            </a:r>
            <a:r>
              <a:rPr lang="en-IN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- 0.012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2" name="Rectangle 111"/>
          <p:cNvSpPr/>
          <p:nvPr/>
        </p:nvSpPr>
        <p:spPr>
          <a:xfrm>
            <a:off x="5726269" y="3634429"/>
            <a:ext cx="1394971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5" name="Rectangle 114"/>
          <p:cNvSpPr/>
          <p:nvPr/>
        </p:nvSpPr>
        <p:spPr>
          <a:xfrm>
            <a:off x="6692884" y="4551503"/>
            <a:ext cx="1394971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78" name="Picture 77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15" t="14257" r="9123" b="11388"/>
          <a:stretch/>
        </p:blipFill>
        <p:spPr>
          <a:xfrm>
            <a:off x="1533237" y="380567"/>
            <a:ext cx="3176619" cy="2347168"/>
          </a:xfrm>
          <a:prstGeom prst="rect">
            <a:avLst/>
          </a:prstGeom>
        </p:spPr>
      </p:pic>
      <p:pic>
        <p:nvPicPr>
          <p:cNvPr id="79" name="Picture 78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34" t="14854" r="9383" b="11726"/>
          <a:stretch/>
        </p:blipFill>
        <p:spPr>
          <a:xfrm>
            <a:off x="1559770" y="3089624"/>
            <a:ext cx="3139440" cy="230973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6" name="TextBox 95"/>
              <p:cNvSpPr txBox="1"/>
              <p:nvPr/>
            </p:nvSpPr>
            <p:spPr>
              <a:xfrm>
                <a:off x="2633144" y="4947865"/>
                <a:ext cx="1463998" cy="368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IN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IN" sz="160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IN" sz="1600">
                            <a:latin typeface="Cambria Math" panose="02040503050406030204" pitchFamily="18" charset="0"/>
                          </a:rPr>
                          <m:t>frac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IN" sz="1600">
                            <a:latin typeface="Cambria Math" panose="02040503050406030204" pitchFamily="18" charset="0"/>
                          </a:rPr>
                          <m:t>abs</m:t>
                        </m:r>
                      </m:sup>
                    </m:sSubSup>
                  </m:oMath>
                </a14:m>
                <a:r>
                  <a:rPr lang="en-I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 0.396</a:t>
                </a:r>
                <a:endParaRPr lang="en-IN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96" name="TextBox 9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3144" y="4947865"/>
                <a:ext cx="1463998" cy="368434"/>
              </a:xfrm>
              <a:prstGeom prst="rect">
                <a:avLst/>
              </a:prstGeom>
              <a:blipFill>
                <a:blip r:embed="rId6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3" name="TextBox 112"/>
              <p:cNvSpPr txBox="1"/>
              <p:nvPr/>
            </p:nvSpPr>
            <p:spPr>
              <a:xfrm>
                <a:off x="2631349" y="2270845"/>
                <a:ext cx="1469546" cy="368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IN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IN" sz="160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IN" sz="1600">
                            <a:latin typeface="Cambria Math" panose="02040503050406030204" pitchFamily="18" charset="0"/>
                          </a:rPr>
                          <m:t>frac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IN" sz="1600">
                            <a:latin typeface="Cambria Math" panose="02040503050406030204" pitchFamily="18" charset="0"/>
                          </a:rPr>
                          <m:t>abs</m:t>
                        </m:r>
                      </m:sup>
                    </m:sSubSup>
                  </m:oMath>
                </a14:m>
                <a:r>
                  <a:rPr lang="en-I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 0.796</a:t>
                </a:r>
                <a:endParaRPr lang="en-IN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3" name="TextBox 1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1349" y="2270845"/>
                <a:ext cx="1469546" cy="368434"/>
              </a:xfrm>
              <a:prstGeom prst="rect">
                <a:avLst/>
              </a:prstGeom>
              <a:blipFill>
                <a:blip r:embed="rId7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4" name="Rectangle 113"/>
          <p:cNvSpPr/>
          <p:nvPr/>
        </p:nvSpPr>
        <p:spPr>
          <a:xfrm>
            <a:off x="2609254" y="4990712"/>
            <a:ext cx="1342565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6" name="Rectangle 115"/>
          <p:cNvSpPr/>
          <p:nvPr/>
        </p:nvSpPr>
        <p:spPr>
          <a:xfrm>
            <a:off x="2603733" y="2315910"/>
            <a:ext cx="1342565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65601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22" t="13988" r="9148" b="11275"/>
          <a:stretch/>
        </p:blipFill>
        <p:spPr>
          <a:xfrm>
            <a:off x="8332543" y="369456"/>
            <a:ext cx="3161507" cy="2346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636897" y="468584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68778" y="2649452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66736" y="525361"/>
            <a:ext cx="5350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357498" y="92574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732170" y="90037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236590" y="1037940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378671" y="1544016"/>
            <a:ext cx="5460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238408" y="2054323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976404" y="2649452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380426" y="2649452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784448" y="2642478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188470" y="2649452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584666" y="2648434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996514" y="2642477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441827" y="2642476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909526" y="2803338"/>
            <a:ext cx="25523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1064 nm laser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772373" y="818299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638939" y="1143122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638938" y="1484813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638937" y="1815945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645670" y="2147077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83192" y="2473742"/>
            <a:ext cx="5143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028325" y="2619823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435400" y="2626800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4502" y="2626800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248524" y="2624906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633496" y="2628070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7037312" y="2627052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7430110" y="2624905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845562" y="2624903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589856" y="2800222"/>
            <a:ext cx="25523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975 nm laser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 rot="16200000">
            <a:off x="331878" y="1317909"/>
            <a:ext cx="16628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PL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change, S (%)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9084776" y="2794807"/>
            <a:ext cx="1915734" cy="3439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Power</a:t>
            </a:r>
            <a:r>
              <a:rPr lang="en-IN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975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Power</a:t>
            </a:r>
            <a:r>
              <a:rPr lang="en-IN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1064</a:t>
            </a:r>
            <a:endParaRPr lang="en-IN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8172965" y="481527"/>
            <a:ext cx="538134" cy="312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8034107" y="983934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8185351" y="1513980"/>
            <a:ext cx="549269" cy="312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8040367" y="1999707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8291366" y="2606931"/>
            <a:ext cx="369285" cy="312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8849892" y="2609654"/>
            <a:ext cx="369285" cy="312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89946" y="2609653"/>
            <a:ext cx="369285" cy="312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9937630" y="2609653"/>
            <a:ext cx="369285" cy="312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10462395" y="2609652"/>
            <a:ext cx="369285" cy="312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023234" y="2609653"/>
            <a:ext cx="369285" cy="312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134761" y="91709"/>
            <a:ext cx="453685" cy="3439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8755352" y="920129"/>
            <a:ext cx="1581088" cy="3439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Slope</a:t>
            </a:r>
            <a:r>
              <a:rPr lang="en-IN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- 0.022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721289" y="1839834"/>
            <a:ext cx="1609543" cy="3439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Slope</a:t>
            </a:r>
            <a:r>
              <a:rPr lang="en-IN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- 0.012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Rectangle 73"/>
          <p:cNvSpPr/>
          <p:nvPr/>
        </p:nvSpPr>
        <p:spPr>
          <a:xfrm>
            <a:off x="8818202" y="922938"/>
            <a:ext cx="1403073" cy="332623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5" name="Rectangle 74"/>
          <p:cNvSpPr/>
          <p:nvPr/>
        </p:nvSpPr>
        <p:spPr>
          <a:xfrm>
            <a:off x="9784817" y="1840012"/>
            <a:ext cx="1403073" cy="332623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76" name="Picture 7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15" t="14257" r="9123" b="11388"/>
          <a:stretch/>
        </p:blipFill>
        <p:spPr>
          <a:xfrm>
            <a:off x="1533237" y="380567"/>
            <a:ext cx="3176619" cy="2347168"/>
          </a:xfrm>
          <a:prstGeom prst="rect">
            <a:avLst/>
          </a:prstGeom>
        </p:spPr>
      </p:pic>
      <p:pic>
        <p:nvPicPr>
          <p:cNvPr id="77" name="Picture 76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34" t="14854" r="9383" b="11726"/>
          <a:stretch/>
        </p:blipFill>
        <p:spPr>
          <a:xfrm>
            <a:off x="4956497" y="392606"/>
            <a:ext cx="3139440" cy="230973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8" name="TextBox 77"/>
              <p:cNvSpPr txBox="1"/>
              <p:nvPr/>
            </p:nvSpPr>
            <p:spPr>
              <a:xfrm>
                <a:off x="6029871" y="2250847"/>
                <a:ext cx="1463998" cy="368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IN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IN" sz="160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IN" sz="1600">
                            <a:latin typeface="Cambria Math" panose="02040503050406030204" pitchFamily="18" charset="0"/>
                          </a:rPr>
                          <m:t>frac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IN" sz="1600">
                            <a:latin typeface="Cambria Math" panose="02040503050406030204" pitchFamily="18" charset="0"/>
                          </a:rPr>
                          <m:t>abs</m:t>
                        </m:r>
                      </m:sup>
                    </m:sSubSup>
                  </m:oMath>
                </a14:m>
                <a:r>
                  <a:rPr lang="en-I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 0.396</a:t>
                </a:r>
                <a:endParaRPr lang="en-IN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8" name="TextBox 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9871" y="2250847"/>
                <a:ext cx="1463998" cy="368434"/>
              </a:xfrm>
              <a:prstGeom prst="rect">
                <a:avLst/>
              </a:prstGeom>
              <a:blipFill>
                <a:blip r:embed="rId5"/>
                <a:stretch>
                  <a:fillRect b="-1803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9" name="TextBox 78"/>
              <p:cNvSpPr txBox="1"/>
              <p:nvPr/>
            </p:nvSpPr>
            <p:spPr>
              <a:xfrm>
                <a:off x="2631349" y="2270845"/>
                <a:ext cx="1469546" cy="368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IN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IN" sz="160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IN" sz="1600">
                            <a:latin typeface="Cambria Math" panose="02040503050406030204" pitchFamily="18" charset="0"/>
                          </a:rPr>
                          <m:t>frac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IN" sz="1600">
                            <a:latin typeface="Cambria Math" panose="02040503050406030204" pitchFamily="18" charset="0"/>
                          </a:rPr>
                          <m:t>abs</m:t>
                        </m:r>
                      </m:sup>
                    </m:sSubSup>
                  </m:oMath>
                </a14:m>
                <a:r>
                  <a:rPr lang="en-I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 0.796</a:t>
                </a:r>
                <a:endParaRPr lang="en-IN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9" name="TextBox 7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1349" y="2270845"/>
                <a:ext cx="1469546" cy="368434"/>
              </a:xfrm>
              <a:prstGeom prst="rect">
                <a:avLst/>
              </a:prstGeom>
              <a:blipFill>
                <a:blip r:embed="rId6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0" name="Rectangle 79"/>
          <p:cNvSpPr/>
          <p:nvPr/>
        </p:nvSpPr>
        <p:spPr>
          <a:xfrm>
            <a:off x="6005981" y="2293694"/>
            <a:ext cx="1342565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1" name="Rectangle 80"/>
          <p:cNvSpPr/>
          <p:nvPr/>
        </p:nvSpPr>
        <p:spPr>
          <a:xfrm>
            <a:off x="2603733" y="2315910"/>
            <a:ext cx="1342565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98649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232" t="11043" r="5556" b="12458"/>
          <a:stretch/>
        </p:blipFill>
        <p:spPr>
          <a:xfrm>
            <a:off x="1829262" y="923180"/>
            <a:ext cx="3219592" cy="227453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86984" y="1057470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86984" y="134564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86984" y="1645903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386984" y="1950718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1800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386984" y="2235848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1700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384878" y="2832993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888561" y="3096671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409425" y="3103184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70393" y="310203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538519" y="3102901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106389" y="3096671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621813" y="3096671"/>
            <a:ext cx="52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 rot="16200000">
            <a:off x="153771" y="1890719"/>
            <a:ext cx="23331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775689" y="3251537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8" name="Straight Connector 17"/>
          <p:cNvCxnSpPr/>
          <p:nvPr/>
        </p:nvCxnSpPr>
        <p:spPr>
          <a:xfrm>
            <a:off x="2119746" y="1031847"/>
            <a:ext cx="21132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>
            <a:off x="3830446" y="1031847"/>
            <a:ext cx="211328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309737" y="877960"/>
            <a:ext cx="15717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data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/>
              <p:cNvSpPr txBox="1"/>
              <p:nvPr/>
            </p:nvSpPr>
            <p:spPr>
              <a:xfrm>
                <a:off x="1829262" y="2818307"/>
                <a:ext cx="164286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0.15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±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0.19 ms</a:t>
                </a:r>
                <a:endParaRPr lang="en-IN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9262" y="2818307"/>
                <a:ext cx="1642862" cy="307777"/>
              </a:xfrm>
              <a:prstGeom prst="rect">
                <a:avLst/>
              </a:prstGeom>
              <a:blipFill>
                <a:blip r:embed="rId3"/>
                <a:stretch>
                  <a:fillRect t="-1961" b="-1960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/>
          <p:cNvSpPr/>
          <p:nvPr/>
        </p:nvSpPr>
        <p:spPr>
          <a:xfrm>
            <a:off x="1895657" y="2849612"/>
            <a:ext cx="1503326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3" name="TextBox 22"/>
          <p:cNvSpPr txBox="1"/>
          <p:nvPr/>
        </p:nvSpPr>
        <p:spPr>
          <a:xfrm>
            <a:off x="4041776" y="879303"/>
            <a:ext cx="11042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Fitted curve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3481266" y="2849168"/>
            <a:ext cx="1503326" cy="262915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/>
              <p:cNvSpPr txBox="1"/>
              <p:nvPr/>
            </p:nvSpPr>
            <p:spPr>
              <a:xfrm>
                <a:off x="3398983" y="2814580"/>
                <a:ext cx="174498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3.65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±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0.86 ms</a:t>
                </a:r>
                <a:endParaRPr lang="en-IN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8983" y="2814580"/>
                <a:ext cx="1744980" cy="307777"/>
              </a:xfrm>
              <a:prstGeom prst="rect">
                <a:avLst/>
              </a:prstGeom>
              <a:blipFill>
                <a:blip r:embed="rId4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/>
          <p:cNvSpPr txBox="1"/>
          <p:nvPr/>
        </p:nvSpPr>
        <p:spPr>
          <a:xfrm>
            <a:off x="1221063" y="658303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386984" y="2536927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1600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 rot="16200000">
            <a:off x="4350928" y="1817683"/>
            <a:ext cx="1741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PL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change, S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(%)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8739" y="3251537"/>
            <a:ext cx="25523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Power</a:t>
            </a:r>
            <a:r>
              <a:rPr lang="en-IN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975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Power</a:t>
            </a:r>
            <a:r>
              <a:rPr lang="en-IN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1064</a:t>
            </a:r>
            <a:endParaRPr lang="en-IN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412806" y="958962"/>
            <a:ext cx="5350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5269033" y="1384953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5269035" y="1814859"/>
            <a:ext cx="5460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5266823" y="2679104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5724243" y="3104687"/>
            <a:ext cx="6456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0.003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5132579" y="658262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0" name="Picture 49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62" t="14686" r="9228" b="11841"/>
          <a:stretch/>
        </p:blipFill>
        <p:spPr>
          <a:xfrm>
            <a:off x="5592535" y="923180"/>
            <a:ext cx="3093596" cy="226573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6268741" y="3108863"/>
            <a:ext cx="6456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0.006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6799536" y="3104574"/>
            <a:ext cx="6456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0.009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7348617" y="3104991"/>
            <a:ext cx="7910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0.012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7881567" y="3103184"/>
            <a:ext cx="7910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0.015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5269035" y="2242756"/>
            <a:ext cx="5460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-30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6128532" y="2181844"/>
            <a:ext cx="16621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Slope</a:t>
            </a:r>
            <a:r>
              <a:rPr lang="en-IN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7538.13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84380" y="2187429"/>
            <a:ext cx="1490484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7" name="TextBox 46"/>
          <p:cNvSpPr txBox="1"/>
          <p:nvPr/>
        </p:nvSpPr>
        <p:spPr>
          <a:xfrm>
            <a:off x="6987003" y="1406095"/>
            <a:ext cx="16002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Slope</a:t>
            </a:r>
            <a:r>
              <a:rPr lang="en-IN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597.32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7050531" y="1406095"/>
            <a:ext cx="1394971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304099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/>
          <p:cNvSpPr txBox="1"/>
          <p:nvPr/>
        </p:nvSpPr>
        <p:spPr>
          <a:xfrm rot="16200000">
            <a:off x="-997317" y="1209247"/>
            <a:ext cx="23331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1" t="7950" r="5728" b="5319"/>
          <a:stretch/>
        </p:blipFill>
        <p:spPr>
          <a:xfrm>
            <a:off x="387022" y="259332"/>
            <a:ext cx="3359641" cy="2476613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2396675" y="375153"/>
            <a:ext cx="1182624" cy="3657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21" name="Straight Connector 20"/>
          <p:cNvCxnSpPr/>
          <p:nvPr/>
        </p:nvCxnSpPr>
        <p:spPr>
          <a:xfrm>
            <a:off x="1906328" y="460497"/>
            <a:ext cx="21132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1916107" y="677648"/>
            <a:ext cx="211328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094412" y="306610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data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106468" y="523761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Fitted curve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81536" y="306610"/>
            <a:ext cx="201304" cy="22385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6" name="TextBox 25"/>
          <p:cNvSpPr txBox="1"/>
          <p:nvPr/>
        </p:nvSpPr>
        <p:spPr>
          <a:xfrm>
            <a:off x="420830" y="2275682"/>
            <a:ext cx="2013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40441" y="1889857"/>
            <a:ext cx="4996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243532" y="1517453"/>
            <a:ext cx="4965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243530" y="1139287"/>
            <a:ext cx="4723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238336" y="755697"/>
            <a:ext cx="4866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43078" y="373376"/>
            <a:ext cx="5027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/>
              <p:cNvSpPr txBox="1"/>
              <p:nvPr/>
            </p:nvSpPr>
            <p:spPr>
              <a:xfrm>
                <a:off x="1891713" y="816916"/>
                <a:ext cx="240407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975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0.19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±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0.001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ms</a:t>
                </a:r>
              </a:p>
            </p:txBody>
          </p:sp>
        </mc:Choice>
        <mc:Fallback>
          <p:sp>
            <p:nvSpPr>
              <p:cNvPr id="32" name="TextBox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1713" y="816916"/>
                <a:ext cx="2404079" cy="307777"/>
              </a:xfrm>
              <a:prstGeom prst="rect">
                <a:avLst/>
              </a:prstGeom>
              <a:blipFill>
                <a:blip r:embed="rId3"/>
                <a:stretch>
                  <a:fillRect t="-4000" b="-22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Rectangle 32"/>
          <p:cNvSpPr/>
          <p:nvPr/>
        </p:nvSpPr>
        <p:spPr>
          <a:xfrm>
            <a:off x="1910293" y="815749"/>
            <a:ext cx="1746301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4" name="TextBox 33"/>
          <p:cNvSpPr txBox="1"/>
          <p:nvPr/>
        </p:nvSpPr>
        <p:spPr>
          <a:xfrm>
            <a:off x="3377281" y="-14287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1" name="Picture 60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26" t="7225" r="5771" b="5319"/>
          <a:stretch/>
        </p:blipFill>
        <p:spPr>
          <a:xfrm>
            <a:off x="3805968" y="245328"/>
            <a:ext cx="3318116" cy="2476614"/>
          </a:xfrm>
          <a:prstGeom prst="rect">
            <a:avLst/>
          </a:prstGeom>
        </p:spPr>
      </p:pic>
      <p:sp>
        <p:nvSpPr>
          <p:cNvPr id="62" name="Rectangle 61"/>
          <p:cNvSpPr/>
          <p:nvPr/>
        </p:nvSpPr>
        <p:spPr>
          <a:xfrm>
            <a:off x="5804575" y="361152"/>
            <a:ext cx="1182624" cy="3657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63" name="Straight Connector 62"/>
          <p:cNvCxnSpPr/>
          <p:nvPr/>
        </p:nvCxnSpPr>
        <p:spPr>
          <a:xfrm>
            <a:off x="5284129" y="446496"/>
            <a:ext cx="21132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>
            <a:off x="5295813" y="663647"/>
            <a:ext cx="211328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5474118" y="292609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data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5486174" y="509760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Fitted curve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3766987" y="245328"/>
            <a:ext cx="224790" cy="23606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8" name="TextBox 67"/>
          <p:cNvSpPr txBox="1"/>
          <p:nvPr/>
        </p:nvSpPr>
        <p:spPr>
          <a:xfrm>
            <a:off x="3816144" y="2315149"/>
            <a:ext cx="2013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3736617" y="1971969"/>
            <a:ext cx="4088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3736843" y="1625119"/>
            <a:ext cx="4088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3736617" y="1263696"/>
            <a:ext cx="4088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740318" y="908908"/>
            <a:ext cx="3687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3649166" y="563567"/>
            <a:ext cx="4866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3649166" y="197929"/>
            <a:ext cx="5027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Rectangle 74"/>
          <p:cNvSpPr/>
          <p:nvPr/>
        </p:nvSpPr>
        <p:spPr>
          <a:xfrm>
            <a:off x="3883983" y="2569456"/>
            <a:ext cx="2837074" cy="1524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6" name="TextBox 75"/>
          <p:cNvSpPr txBox="1"/>
          <p:nvPr/>
        </p:nvSpPr>
        <p:spPr>
          <a:xfrm>
            <a:off x="3888838" y="2457335"/>
            <a:ext cx="196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4430634" y="2452117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5050022" y="2457334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5647089" y="2457333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6257023" y="2457332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6876411" y="2456186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2" name="TextBox 81"/>
              <p:cNvSpPr txBox="1"/>
              <p:nvPr/>
            </p:nvSpPr>
            <p:spPr>
              <a:xfrm>
                <a:off x="5295431" y="802860"/>
                <a:ext cx="188137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1064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0.28 ± 0.01 ms</a:t>
                </a:r>
              </a:p>
            </p:txBody>
          </p:sp>
        </mc:Choice>
        <mc:Fallback>
          <p:sp>
            <p:nvSpPr>
              <p:cNvPr id="82" name="TextBox 8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5431" y="802860"/>
                <a:ext cx="1881376" cy="307777"/>
              </a:xfrm>
              <a:prstGeom prst="rect">
                <a:avLst/>
              </a:prstGeom>
              <a:blipFill>
                <a:blip r:embed="rId5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3" name="Rectangle 82"/>
          <p:cNvSpPr/>
          <p:nvPr/>
        </p:nvSpPr>
        <p:spPr>
          <a:xfrm>
            <a:off x="5301248" y="802449"/>
            <a:ext cx="1740485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4" name="TextBox 83"/>
          <p:cNvSpPr txBox="1"/>
          <p:nvPr/>
        </p:nvSpPr>
        <p:spPr>
          <a:xfrm>
            <a:off x="4951785" y="2659683"/>
            <a:ext cx="11734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6750130" y="-7869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483558" y="2569456"/>
            <a:ext cx="2837074" cy="1524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6" name="TextBox 95"/>
          <p:cNvSpPr txBox="1"/>
          <p:nvPr/>
        </p:nvSpPr>
        <p:spPr>
          <a:xfrm>
            <a:off x="488413" y="2457335"/>
            <a:ext cx="196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1030209" y="2452117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1649597" y="2457334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2246664" y="2457333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2856598" y="2457332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3475986" y="2456186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1551360" y="2659683"/>
            <a:ext cx="11734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56337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3102661" y="568993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628320" y="5836205"/>
            <a:ext cx="20991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975 nm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787515" y="3418244"/>
            <a:ext cx="384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 rot="16200000">
            <a:off x="1103413" y="4305610"/>
            <a:ext cx="7356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IN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symlog</a:t>
            </a:r>
            <a:endParaRPr lang="en-IN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426043" y="3104153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662974" y="5616869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2183" y="5613523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2390278" y="5617333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574884" y="5616627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713051" y="5616627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832970" y="5621035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946043" y="5617885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641562" y="3651036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636261" y="3889374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638911" y="4131374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636261" y="4391042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1766271" y="4633042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579723" y="4860642"/>
            <a:ext cx="5332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-0.2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576849" y="5102642"/>
            <a:ext cx="5332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-0.4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1577947" y="5334482"/>
            <a:ext cx="5332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-0.6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1971289" y="728173"/>
            <a:ext cx="3104025" cy="223051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6" name="TextBox 45"/>
          <p:cNvSpPr txBox="1"/>
          <p:nvPr/>
        </p:nvSpPr>
        <p:spPr>
          <a:xfrm>
            <a:off x="2069180" y="1232085"/>
            <a:ext cx="296872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IN" dirty="0"/>
              <a:t>Figurative diagram of face on and side on configuration with its dipoles’ configurations</a:t>
            </a:r>
            <a:endParaRPr lang="en-IN" dirty="0"/>
          </a:p>
        </p:txBody>
      </p:sp>
      <p:sp>
        <p:nvSpPr>
          <p:cNvPr id="47" name="TextBox 46"/>
          <p:cNvSpPr txBox="1"/>
          <p:nvPr/>
        </p:nvSpPr>
        <p:spPr>
          <a:xfrm>
            <a:off x="1426043" y="437894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4908601" y="568231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3978123" y="5613523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4196218" y="5617333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4380824" y="5612817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18991" y="5616627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4638910" y="5624845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4751983" y="5621695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4845113" y="5618070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0" name="Picture 49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99" t="14518" r="9435" b="11489"/>
          <a:stretch/>
        </p:blipFill>
        <p:spPr>
          <a:xfrm>
            <a:off x="1959475" y="3372322"/>
            <a:ext cx="3130800" cy="2321795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3039173" y="5618070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" name="Straight Connector 16"/>
          <p:cNvCxnSpPr/>
          <p:nvPr/>
        </p:nvCxnSpPr>
        <p:spPr>
          <a:xfrm>
            <a:off x="4081902" y="5538381"/>
            <a:ext cx="211328" cy="0"/>
          </a:xfrm>
          <a:prstGeom prst="line">
            <a:avLst/>
          </a:prstGeom>
          <a:ln w="28575">
            <a:solidFill>
              <a:srgbClr val="4169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3153365" y="5528498"/>
            <a:ext cx="211328" cy="0"/>
          </a:xfrm>
          <a:prstGeom prst="line">
            <a:avLst/>
          </a:prstGeom>
          <a:ln w="28575">
            <a:solidFill>
              <a:srgbClr val="DC143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236765" y="5353020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Side on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308230" y="5350486"/>
            <a:ext cx="8401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Face on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07" t="14745" r="9484" b="11738"/>
          <a:stretch/>
        </p:blipFill>
        <p:spPr>
          <a:xfrm>
            <a:off x="5862862" y="731457"/>
            <a:ext cx="3087276" cy="2276401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34" t="14451" r="9366" b="11793"/>
          <a:stretch/>
        </p:blipFill>
        <p:spPr>
          <a:xfrm>
            <a:off x="5862862" y="3380540"/>
            <a:ext cx="3126520" cy="2301779"/>
          </a:xfrm>
          <a:prstGeom prst="rect">
            <a:avLst/>
          </a:prstGeom>
        </p:spPr>
      </p:pic>
      <p:cxnSp>
        <p:nvCxnSpPr>
          <p:cNvPr id="52" name="Straight Connector 51"/>
          <p:cNvCxnSpPr/>
          <p:nvPr/>
        </p:nvCxnSpPr>
        <p:spPr>
          <a:xfrm>
            <a:off x="6849071" y="5540442"/>
            <a:ext cx="211328" cy="0"/>
          </a:xfrm>
          <a:prstGeom prst="line">
            <a:avLst/>
          </a:prstGeom>
          <a:ln w="28575">
            <a:solidFill>
              <a:srgbClr val="4169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>
            <a:off x="5962347" y="5541305"/>
            <a:ext cx="211328" cy="0"/>
          </a:xfrm>
          <a:prstGeom prst="line">
            <a:avLst/>
          </a:prstGeom>
          <a:ln w="28575">
            <a:solidFill>
              <a:srgbClr val="DC143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6984977" y="5365677"/>
            <a:ext cx="13929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erpendicular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6117777" y="5359221"/>
            <a:ext cx="8408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arallel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6" name="Straight Connector 55"/>
          <p:cNvCxnSpPr/>
          <p:nvPr/>
        </p:nvCxnSpPr>
        <p:spPr>
          <a:xfrm>
            <a:off x="6849071" y="2883040"/>
            <a:ext cx="211328" cy="0"/>
          </a:xfrm>
          <a:prstGeom prst="line">
            <a:avLst/>
          </a:prstGeom>
          <a:ln w="28575">
            <a:solidFill>
              <a:srgbClr val="4169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>
            <a:off x="5962347" y="2883903"/>
            <a:ext cx="211328" cy="0"/>
          </a:xfrm>
          <a:prstGeom prst="line">
            <a:avLst/>
          </a:prstGeom>
          <a:ln w="28575">
            <a:solidFill>
              <a:srgbClr val="DC143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6984977" y="2708275"/>
            <a:ext cx="13929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erpendicular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6117777" y="2701819"/>
            <a:ext cx="8408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arallel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8086864" y="784264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Face on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Rectangle 72"/>
          <p:cNvSpPr/>
          <p:nvPr/>
        </p:nvSpPr>
        <p:spPr>
          <a:xfrm>
            <a:off x="8140290" y="822307"/>
            <a:ext cx="717960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6" name="TextBox 75"/>
          <p:cNvSpPr txBox="1"/>
          <p:nvPr/>
        </p:nvSpPr>
        <p:spPr>
          <a:xfrm>
            <a:off x="8117344" y="3454805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Side on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8170770" y="3492848"/>
            <a:ext cx="717960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8" name="TextBox 77"/>
          <p:cNvSpPr txBox="1"/>
          <p:nvPr/>
        </p:nvSpPr>
        <p:spPr>
          <a:xfrm>
            <a:off x="5916465" y="291401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6420819" y="2912908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6957657" y="2919381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7510543" y="292024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8049686" y="291401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8532877" y="2914015"/>
            <a:ext cx="52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6762953" y="3068881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5927895" y="559163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6432249" y="559053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6969087" y="559700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7521973" y="559786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8072546" y="559163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8567167" y="5591639"/>
            <a:ext cx="52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6849071" y="5840402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5400670" y="1020435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503k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5403198" y="1306324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502k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5400670" y="1581764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501k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5407473" y="1850498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5399284" y="2684554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497k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 rot="16200000">
            <a:off x="4145051" y="1624060"/>
            <a:ext cx="236747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5181943" y="439753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5400670" y="2128465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499k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5501119" y="3370088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51k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5501119" y="3710082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3" name="TextBox 102"/>
          <p:cNvSpPr txBox="1"/>
          <p:nvPr/>
        </p:nvSpPr>
        <p:spPr>
          <a:xfrm>
            <a:off x="5505505" y="4070041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49k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5505505" y="441719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48k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5497730" y="5113020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46k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TextBox 105"/>
          <p:cNvSpPr txBox="1"/>
          <p:nvPr/>
        </p:nvSpPr>
        <p:spPr>
          <a:xfrm rot="16200000">
            <a:off x="4159612" y="4336411"/>
            <a:ext cx="23331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5234749" y="3121033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5501119" y="4777048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47k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5403150" y="734744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504k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1" name="TextBox 110"/>
          <p:cNvSpPr txBox="1"/>
          <p:nvPr/>
        </p:nvSpPr>
        <p:spPr>
          <a:xfrm>
            <a:off x="5407473" y="2421420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498k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5494579" y="546714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45k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6" name="TextBox 115"/>
          <p:cNvSpPr txBox="1"/>
          <p:nvPr/>
        </p:nvSpPr>
        <p:spPr>
          <a:xfrm>
            <a:off x="4200683" y="3454805"/>
            <a:ext cx="11377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Parallel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7" name="Rectangle 116"/>
          <p:cNvSpPr/>
          <p:nvPr/>
        </p:nvSpPr>
        <p:spPr>
          <a:xfrm>
            <a:off x="4216447" y="3492848"/>
            <a:ext cx="774425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9" name="Hexagon 108"/>
          <p:cNvSpPr/>
          <p:nvPr/>
        </p:nvSpPr>
        <p:spPr>
          <a:xfrm>
            <a:off x="9841865" y="980440"/>
            <a:ext cx="1686560" cy="1440000"/>
          </a:xfrm>
          <a:prstGeom prst="hex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12" name="Straight Arrow Connector 111"/>
          <p:cNvCxnSpPr>
            <a:endCxn id="109" idx="1"/>
          </p:cNvCxnSpPr>
          <p:nvPr/>
        </p:nvCxnSpPr>
        <p:spPr>
          <a:xfrm>
            <a:off x="10683875" y="1697038"/>
            <a:ext cx="484550" cy="723402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/>
          <p:cNvCxnSpPr>
            <a:endCxn id="109" idx="0"/>
          </p:cNvCxnSpPr>
          <p:nvPr/>
        </p:nvCxnSpPr>
        <p:spPr>
          <a:xfrm>
            <a:off x="10683875" y="1697038"/>
            <a:ext cx="844550" cy="3402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114"/>
          <p:cNvCxnSpPr>
            <a:endCxn id="109" idx="5"/>
          </p:cNvCxnSpPr>
          <p:nvPr/>
        </p:nvCxnSpPr>
        <p:spPr>
          <a:xfrm flipV="1">
            <a:off x="10683875" y="980440"/>
            <a:ext cx="484550" cy="716598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/>
          <p:cNvCxnSpPr>
            <a:endCxn id="109" idx="4"/>
          </p:cNvCxnSpPr>
          <p:nvPr/>
        </p:nvCxnSpPr>
        <p:spPr>
          <a:xfrm flipH="1" flipV="1">
            <a:off x="10201865" y="980440"/>
            <a:ext cx="482010" cy="716598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Arrow Connector 118"/>
          <p:cNvCxnSpPr>
            <a:endCxn id="109" idx="3"/>
          </p:cNvCxnSpPr>
          <p:nvPr/>
        </p:nvCxnSpPr>
        <p:spPr>
          <a:xfrm flipH="1">
            <a:off x="9841865" y="1694180"/>
            <a:ext cx="838200" cy="6260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/>
          <p:cNvCxnSpPr>
            <a:endCxn id="109" idx="2"/>
          </p:cNvCxnSpPr>
          <p:nvPr/>
        </p:nvCxnSpPr>
        <p:spPr>
          <a:xfrm flipH="1">
            <a:off x="10201865" y="1697038"/>
            <a:ext cx="479470" cy="723402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/>
          <p:cNvCxnSpPr/>
          <p:nvPr/>
        </p:nvCxnSpPr>
        <p:spPr>
          <a:xfrm>
            <a:off x="10681335" y="1703842"/>
            <a:ext cx="2540" cy="723402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Arrow Connector 121"/>
          <p:cNvCxnSpPr/>
          <p:nvPr/>
        </p:nvCxnSpPr>
        <p:spPr>
          <a:xfrm>
            <a:off x="10683875" y="1697040"/>
            <a:ext cx="663280" cy="368505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122"/>
          <p:cNvCxnSpPr/>
          <p:nvPr/>
        </p:nvCxnSpPr>
        <p:spPr>
          <a:xfrm flipV="1">
            <a:off x="10683875" y="1348946"/>
            <a:ext cx="663280" cy="348092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Arrow Connector 123"/>
          <p:cNvCxnSpPr/>
          <p:nvPr/>
        </p:nvCxnSpPr>
        <p:spPr>
          <a:xfrm flipH="1" flipV="1">
            <a:off x="10681335" y="990649"/>
            <a:ext cx="2540" cy="702989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/>
          <p:cNvCxnSpPr/>
          <p:nvPr/>
        </p:nvCxnSpPr>
        <p:spPr>
          <a:xfrm flipH="1" flipV="1">
            <a:off x="10020595" y="1348948"/>
            <a:ext cx="667090" cy="348093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/>
          <p:cNvCxnSpPr/>
          <p:nvPr/>
        </p:nvCxnSpPr>
        <p:spPr>
          <a:xfrm flipH="1">
            <a:off x="10020597" y="1700441"/>
            <a:ext cx="658835" cy="371907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36092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/>
          <p:cNvSpPr txBox="1"/>
          <p:nvPr/>
        </p:nvSpPr>
        <p:spPr>
          <a:xfrm>
            <a:off x="1978711" y="2746714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504370" y="2892980"/>
            <a:ext cx="20991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975 nm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3565" y="475019"/>
            <a:ext cx="384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 rot="16200000">
            <a:off x="-20539" y="1362385"/>
            <a:ext cx="7356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IN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symlog</a:t>
            </a:r>
            <a:endParaRPr lang="en-IN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630615" y="122828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539024" y="2673644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8233" y="2670298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266328" y="2674108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450934" y="2673402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589101" y="2673402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709020" y="2677810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822093" y="2674660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17612" y="707811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512311" y="946149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514961" y="1188149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512311" y="1447817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642321" y="1689817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55773" y="1917417"/>
            <a:ext cx="5332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-0.2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52899" y="2159417"/>
            <a:ext cx="5332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-0.4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53997" y="2391257"/>
            <a:ext cx="5332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-0.6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3784651" y="2739094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2854173" y="2670298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3072268" y="2674108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3256874" y="2669592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3395041" y="2673402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3514960" y="2681620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3628033" y="2678470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721163" y="2674845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1" name="Picture 50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99" t="14518" r="9435" b="11489"/>
          <a:stretch/>
        </p:blipFill>
        <p:spPr>
          <a:xfrm>
            <a:off x="835525" y="429097"/>
            <a:ext cx="3130800" cy="2321795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915223" y="2674845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3" name="Straight Connector 52"/>
          <p:cNvCxnSpPr/>
          <p:nvPr/>
        </p:nvCxnSpPr>
        <p:spPr>
          <a:xfrm>
            <a:off x="2957952" y="2595156"/>
            <a:ext cx="211328" cy="0"/>
          </a:xfrm>
          <a:prstGeom prst="line">
            <a:avLst/>
          </a:prstGeom>
          <a:ln w="28575">
            <a:solidFill>
              <a:srgbClr val="4169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>
            <a:off x="2029415" y="2585273"/>
            <a:ext cx="211328" cy="0"/>
          </a:xfrm>
          <a:prstGeom prst="line">
            <a:avLst/>
          </a:prstGeom>
          <a:ln w="28575">
            <a:solidFill>
              <a:srgbClr val="DC143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3112815" y="2409795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Side on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2184280" y="2407261"/>
            <a:ext cx="8401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Face on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3076733" y="511580"/>
            <a:ext cx="11377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Parallel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3092497" y="549623"/>
            <a:ext cx="774425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60" name="Picture 59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07" t="14745" r="9484" b="11738"/>
          <a:stretch/>
        </p:blipFill>
        <p:spPr>
          <a:xfrm>
            <a:off x="4690104" y="423176"/>
            <a:ext cx="3287317" cy="2336081"/>
          </a:xfrm>
          <a:prstGeom prst="rect">
            <a:avLst/>
          </a:prstGeom>
        </p:spPr>
      </p:pic>
      <p:cxnSp>
        <p:nvCxnSpPr>
          <p:cNvPr id="61" name="Straight Connector 60"/>
          <p:cNvCxnSpPr/>
          <p:nvPr/>
        </p:nvCxnSpPr>
        <p:spPr>
          <a:xfrm>
            <a:off x="5740214" y="2631167"/>
            <a:ext cx="225021" cy="0"/>
          </a:xfrm>
          <a:prstGeom prst="line">
            <a:avLst/>
          </a:prstGeom>
          <a:ln w="28575">
            <a:solidFill>
              <a:srgbClr val="4169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4796035" y="2632053"/>
            <a:ext cx="225021" cy="0"/>
          </a:xfrm>
          <a:prstGeom prst="line">
            <a:avLst/>
          </a:prstGeom>
          <a:ln w="28575">
            <a:solidFill>
              <a:srgbClr val="DC143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5884924" y="2451820"/>
            <a:ext cx="1483205" cy="347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erpendicular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4961536" y="2445195"/>
            <a:ext cx="895331" cy="347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arallel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7058211" y="477368"/>
            <a:ext cx="1200833" cy="347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Face on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7115096" y="516406"/>
            <a:ext cx="764480" cy="269352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7" name="TextBox 66"/>
          <p:cNvSpPr txBox="1"/>
          <p:nvPr/>
        </p:nvSpPr>
        <p:spPr>
          <a:xfrm>
            <a:off x="4747178" y="2662952"/>
            <a:ext cx="41063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5284212" y="2661816"/>
            <a:ext cx="41063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5855834" y="2668459"/>
            <a:ext cx="41063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6444545" y="2669345"/>
            <a:ext cx="41063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7018622" y="2662952"/>
            <a:ext cx="41063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7533123" y="2662952"/>
            <a:ext cx="558225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5648516" y="2898080"/>
            <a:ext cx="1200833" cy="347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4234906" y="719729"/>
            <a:ext cx="65604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503k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4237598" y="1013113"/>
            <a:ext cx="65604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502k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4234906" y="1295774"/>
            <a:ext cx="65604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501k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4242150" y="1571553"/>
            <a:ext cx="65604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4233430" y="2427475"/>
            <a:ext cx="65604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497k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TextBox 78"/>
          <p:cNvSpPr txBox="1"/>
          <p:nvPr/>
        </p:nvSpPr>
        <p:spPr>
          <a:xfrm rot="16200000">
            <a:off x="2952832" y="1343618"/>
            <a:ext cx="24295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7622660" y="114300"/>
            <a:ext cx="480292" cy="347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4234906" y="1856808"/>
            <a:ext cx="65604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499k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4237547" y="426548"/>
            <a:ext cx="65604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504k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4242150" y="2157443"/>
            <a:ext cx="65604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498k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4" name="Picture 83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34" t="14451" r="9366" b="11793"/>
          <a:stretch/>
        </p:blipFill>
        <p:spPr>
          <a:xfrm>
            <a:off x="8326322" y="401442"/>
            <a:ext cx="3199525" cy="2355526"/>
          </a:xfrm>
          <a:prstGeom prst="rect">
            <a:avLst/>
          </a:prstGeom>
        </p:spPr>
      </p:pic>
      <p:cxnSp>
        <p:nvCxnSpPr>
          <p:cNvPr id="85" name="Straight Connector 84"/>
          <p:cNvCxnSpPr/>
          <p:nvPr/>
        </p:nvCxnSpPr>
        <p:spPr>
          <a:xfrm>
            <a:off x="9335559" y="2611781"/>
            <a:ext cx="216263" cy="0"/>
          </a:xfrm>
          <a:prstGeom prst="line">
            <a:avLst/>
          </a:prstGeom>
          <a:ln w="28575">
            <a:solidFill>
              <a:srgbClr val="4169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/>
          <p:cNvCxnSpPr/>
          <p:nvPr/>
        </p:nvCxnSpPr>
        <p:spPr>
          <a:xfrm>
            <a:off x="8428130" y="2612664"/>
            <a:ext cx="216263" cy="0"/>
          </a:xfrm>
          <a:prstGeom prst="line">
            <a:avLst/>
          </a:prstGeom>
          <a:ln w="28575">
            <a:solidFill>
              <a:srgbClr val="DC143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9474636" y="2432937"/>
            <a:ext cx="1425475" cy="3464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erpendicular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8587187" y="2426330"/>
            <a:ext cx="860482" cy="3464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arallel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10633444" y="477446"/>
            <a:ext cx="1154094" cy="3464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Side on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0" name="Rectangle 89"/>
          <p:cNvSpPr/>
          <p:nvPr/>
        </p:nvSpPr>
        <p:spPr>
          <a:xfrm>
            <a:off x="10688120" y="516373"/>
            <a:ext cx="734725" cy="268600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1" name="TextBox 90"/>
          <p:cNvSpPr txBox="1"/>
          <p:nvPr/>
        </p:nvSpPr>
        <p:spPr>
          <a:xfrm>
            <a:off x="8392873" y="2664171"/>
            <a:ext cx="394651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8909004" y="2663038"/>
            <a:ext cx="394651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9458377" y="2669662"/>
            <a:ext cx="394651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10024173" y="2670546"/>
            <a:ext cx="394651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10587602" y="2664171"/>
            <a:ext cx="394651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1093771" y="2664171"/>
            <a:ext cx="536498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9335557" y="2899697"/>
            <a:ext cx="1154094" cy="3464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7965368" y="390746"/>
            <a:ext cx="630509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51k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7965368" y="738679"/>
            <a:ext cx="630509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7969856" y="1107043"/>
            <a:ext cx="630509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49k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7969856" y="1462305"/>
            <a:ext cx="630509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48k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7961900" y="2174376"/>
            <a:ext cx="630509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46k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3" name="TextBox 102"/>
          <p:cNvSpPr txBox="1"/>
          <p:nvPr/>
        </p:nvSpPr>
        <p:spPr>
          <a:xfrm>
            <a:off x="11198265" y="107305"/>
            <a:ext cx="461597" cy="3464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7965368" y="1830559"/>
            <a:ext cx="630509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47k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7958675" y="2536771"/>
            <a:ext cx="630509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45k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81610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86" t="14104" r="9187" b="10850"/>
          <a:stretch/>
        </p:blipFill>
        <p:spPr>
          <a:xfrm>
            <a:off x="2346962" y="1043940"/>
            <a:ext cx="3145333" cy="243078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62" t="14228" r="9116" b="11076"/>
          <a:stretch/>
        </p:blipFill>
        <p:spPr>
          <a:xfrm>
            <a:off x="4271012" y="4038871"/>
            <a:ext cx="3140351" cy="2337911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55" t="13922" r="8708" b="11105"/>
          <a:stretch/>
        </p:blipFill>
        <p:spPr>
          <a:xfrm>
            <a:off x="5981700" y="1066800"/>
            <a:ext cx="3138412" cy="2407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30499" y="3577082"/>
            <a:ext cx="19965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975 nm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900815" y="3568609"/>
            <a:ext cx="19965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975 nm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978313" y="597432"/>
            <a:ext cx="21408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1064 nm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615080" y="597432"/>
            <a:ext cx="21408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1064 nm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115644" y="6465281"/>
            <a:ext cx="16567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Temperature (º)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/>
              <p:cNvSpPr txBox="1"/>
              <p:nvPr/>
            </p:nvSpPr>
            <p:spPr>
              <a:xfrm rot="16200000">
                <a:off x="5206644" y="1910969"/>
                <a:ext cx="90845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</m:oMath>
                </a14:m>
                <a:r>
                  <a:rPr lang="en-I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ms)</a:t>
                </a:r>
                <a:endParaRPr lang="en-IN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5206644" y="1910969"/>
                <a:ext cx="908457" cy="338554"/>
              </a:xfrm>
              <a:prstGeom prst="rect">
                <a:avLst/>
              </a:prstGeom>
              <a:blipFill>
                <a:blip r:embed="rId5"/>
                <a:stretch>
                  <a:fillRect l="-5455" r="-2363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 rot="16200000">
                <a:off x="1499463" y="1910968"/>
                <a:ext cx="90845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</m:oMath>
                </a14:m>
                <a:r>
                  <a:rPr lang="en-I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ms)</a:t>
                </a:r>
                <a:endParaRPr lang="en-IN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1499463" y="1910968"/>
                <a:ext cx="908457" cy="338554"/>
              </a:xfrm>
              <a:prstGeom prst="rect">
                <a:avLst/>
              </a:prstGeom>
              <a:blipFill>
                <a:blip r:embed="rId6"/>
                <a:stretch>
                  <a:fillRect l="-5455" r="-2363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Connector 15"/>
          <p:cNvCxnSpPr/>
          <p:nvPr/>
        </p:nvCxnSpPr>
        <p:spPr>
          <a:xfrm>
            <a:off x="6459342" y="4192103"/>
            <a:ext cx="211328" cy="0"/>
          </a:xfrm>
          <a:prstGeom prst="line">
            <a:avLst/>
          </a:prstGeom>
          <a:ln w="28575">
            <a:solidFill>
              <a:srgbClr val="00808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>
            <a:off x="5619193" y="4184754"/>
            <a:ext cx="211328" cy="0"/>
          </a:xfrm>
          <a:prstGeom prst="line">
            <a:avLst/>
          </a:prstGeom>
          <a:ln w="28575">
            <a:solidFill>
              <a:srgbClr val="FFA5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/>
              <p:cNvSpPr txBox="1"/>
              <p:nvPr/>
            </p:nvSpPr>
            <p:spPr>
              <a:xfrm>
                <a:off x="6614205" y="4006742"/>
                <a:ext cx="112776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</m:oMath>
                </a14:m>
                <a:r>
                  <a:rPr lang="en-I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ms)</a:t>
                </a:r>
              </a:p>
            </p:txBody>
          </p:sp>
        </mc:Choice>
        <mc:Fallback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4205" y="4006742"/>
                <a:ext cx="1127760" cy="338554"/>
              </a:xfrm>
              <a:prstGeom prst="rect">
                <a:avLst/>
              </a:prstGeom>
              <a:blipFill>
                <a:blip r:embed="rId7"/>
                <a:stretch>
                  <a:fillRect t="-5357" b="-2142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/>
              <p:cNvSpPr txBox="1"/>
              <p:nvPr/>
            </p:nvSpPr>
            <p:spPr>
              <a:xfrm>
                <a:off x="5774058" y="4006742"/>
                <a:ext cx="84014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</m:oMath>
                </a14:m>
                <a:r>
                  <a:rPr lang="en-I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ms)</a:t>
                </a:r>
              </a:p>
            </p:txBody>
          </p:sp>
        </mc:Choice>
        <mc:Fallback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4058" y="4006742"/>
                <a:ext cx="840149" cy="338554"/>
              </a:xfrm>
              <a:prstGeom prst="rect">
                <a:avLst/>
              </a:prstGeom>
              <a:blipFill>
                <a:blip r:embed="rId8"/>
                <a:stretch>
                  <a:fillRect t="-5357" b="-2142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/>
          <p:cNvSpPr txBox="1"/>
          <p:nvPr/>
        </p:nvSpPr>
        <p:spPr>
          <a:xfrm>
            <a:off x="2204267" y="3372191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588862" y="3372190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973457" y="337218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358052" y="3374014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742647" y="3372188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131731" y="3372188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521166" y="337020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909550" y="336737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831387" y="3377271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215982" y="3377270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600577" y="337726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985172" y="3379094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7369767" y="3377268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7758851" y="3377268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8148286" y="337528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536670" y="337245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2396039" y="817691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2780634" y="815866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179549" y="815338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578464" y="81533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000792" y="816820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398656" y="815336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790407" y="81533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5194376" y="815334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6011475" y="853251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6396070" y="851426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6794985" y="850898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7193900" y="85089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7616228" y="852380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8014092" y="850896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8405843" y="85089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8809812" y="850894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2029207" y="969222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2029207" y="1223327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2028507" y="1472131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2028507" y="1754500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2028507" y="2014069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2028507" y="2275911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2028507" y="2516274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2027807" y="2782045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2027107" y="3040822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5712860" y="1094295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5712860" y="1510047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5712860" y="1924226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5712860" y="2342672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5708832" y="2765979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5810647" y="3174108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4315072" y="628088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4699667" y="6282710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5084262" y="6280884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5473346" y="6280884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5862781" y="6278898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6251165" y="627607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6620156" y="627607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6989291" y="627607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4000792" y="403086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4000792" y="4288290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4000792" y="454571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4000792" y="4777794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4097058" y="5030470"/>
            <a:ext cx="261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4097058" y="5290181"/>
            <a:ext cx="261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4097058" y="5533958"/>
            <a:ext cx="261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4097058" y="5785533"/>
            <a:ext cx="261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4097058" y="6037108"/>
            <a:ext cx="261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1931361" y="595196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5604148" y="595106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819947" y="3766133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1" name="Picture 9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98811" y="554190"/>
            <a:ext cx="7425572" cy="6303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45574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21" t="14680" r="9511" b="11784"/>
          <a:stretch/>
        </p:blipFill>
        <p:spPr>
          <a:xfrm>
            <a:off x="995057" y="3033715"/>
            <a:ext cx="3151385" cy="232835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02" t="14681" r="9402" b="11785"/>
          <a:stretch/>
        </p:blipFill>
        <p:spPr>
          <a:xfrm>
            <a:off x="976697" y="338139"/>
            <a:ext cx="3164178" cy="23283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26166" y="257720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41950" y="2583716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097838" y="258256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650724" y="258343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201297" y="257720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718778" y="2577203"/>
            <a:ext cx="52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872654" y="2732069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27829" y="465778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506k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27829" y="821010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504k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27829" y="1163939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502k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27829" y="152223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25723" y="2216917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496k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 rot="16200000">
            <a:off x="-705386" y="1323411"/>
            <a:ext cx="23331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0" name="Straight Connector 19"/>
          <p:cNvCxnSpPr/>
          <p:nvPr/>
        </p:nvCxnSpPr>
        <p:spPr>
          <a:xfrm>
            <a:off x="1181343" y="2242922"/>
            <a:ext cx="211328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800433" y="33845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27829" y="1865987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498k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4" name="Straight Connector 23"/>
          <p:cNvCxnSpPr/>
          <p:nvPr/>
        </p:nvCxnSpPr>
        <p:spPr>
          <a:xfrm>
            <a:off x="1181343" y="2451835"/>
            <a:ext cx="211328" cy="0"/>
          </a:xfrm>
          <a:prstGeom prst="line">
            <a:avLst/>
          </a:prstGeom>
          <a:ln w="28575">
            <a:solidFill>
              <a:srgbClr val="DC143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351446" y="2057561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25º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351446" y="2276893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60º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721640" y="3108249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06898" y="3414881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55354" y="3755802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61346" y="4062434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57497" y="4709987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/>
              <p:cNvSpPr txBox="1"/>
              <p:nvPr/>
            </p:nvSpPr>
            <p:spPr>
              <a:xfrm rot="16200000">
                <a:off x="-709978" y="3872337"/>
                <a:ext cx="2328567" cy="6243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IN" sz="16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IN" sz="16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Δ</m:t>
                          </m:r>
                          <m:r>
                            <a:rPr lang="en-IN" sz="16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𝑆</m:t>
                          </m:r>
                        </m:num>
                        <m:den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sz="1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𝑟𝑒𝑓</m:t>
                              </m:r>
                            </m:sub>
                          </m:sSub>
                        </m:den>
                      </m:f>
                      <m:r>
                        <a:rPr lang="en-IN" sz="16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[%]</m:t>
                      </m:r>
                    </m:oMath>
                  </m:oMathPara>
                </a14:m>
                <a:endParaRPr lang="en-IN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4" name="TextBox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709978" y="3872337"/>
                <a:ext cx="2328567" cy="62433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/>
          <p:cNvSpPr txBox="1"/>
          <p:nvPr/>
        </p:nvSpPr>
        <p:spPr>
          <a:xfrm>
            <a:off x="3794613" y="2745999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59323" y="4373321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-30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57497" y="5016619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029701" y="527277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423020" y="5266768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1812304" y="526676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2196700" y="526676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594713" y="527277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2977858" y="527591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58838" y="527375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3751538" y="5266766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872804" y="5427644"/>
            <a:ext cx="16567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Temperature (º)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47"/>
              <p:cNvSpPr txBox="1"/>
              <p:nvPr/>
            </p:nvSpPr>
            <p:spPr>
              <a:xfrm>
                <a:off x="1176221" y="4857451"/>
                <a:ext cx="2101228" cy="3583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N" sz="1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𝜂</m:t>
                        </m:r>
                      </m:e>
                      <m:sub>
                        <m:r>
                          <a:rPr lang="en-IN" sz="1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𝑓𝑟𝑎𝑐</m:t>
                        </m:r>
                      </m:sub>
                    </m:sSub>
                  </m:oMath>
                </a14:m>
                <a:r>
                  <a:rPr lang="en-I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 1.46 </a:t>
                </a:r>
                <a14:m>
                  <m:oMath xmlns:m="http://schemas.openxmlformats.org/officeDocument/2006/math">
                    <m:r>
                      <a:rPr lang="en-IN" sz="16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°</m:t>
                    </m:r>
                    <m:r>
                      <a:rPr lang="en-IN" sz="16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𝐶</m:t>
                    </m:r>
                    <m:r>
                      <a:rPr lang="en-IN" sz="16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/√</m:t>
                    </m:r>
                    <m:r>
                      <a:rPr lang="en-IN" sz="16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𝐻𝑧</m:t>
                    </m:r>
                  </m:oMath>
                </a14:m>
                <a:endParaRPr lang="en-IN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8" name="TextBox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221" y="4857451"/>
                <a:ext cx="2101228" cy="358303"/>
              </a:xfrm>
              <a:prstGeom prst="rect">
                <a:avLst/>
              </a:prstGeom>
              <a:blipFill>
                <a:blip r:embed="rId5"/>
                <a:stretch>
                  <a:fillRect t="-3390" b="-1694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Rectangle 48"/>
          <p:cNvSpPr/>
          <p:nvPr/>
        </p:nvSpPr>
        <p:spPr>
          <a:xfrm>
            <a:off x="1157968" y="4895441"/>
            <a:ext cx="1996333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489052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2259</TotalTime>
  <Words>1393</Words>
  <Application>Microsoft Office PowerPoint</Application>
  <PresentationFormat>Widescreen</PresentationFormat>
  <Paragraphs>878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Arial</vt:lpstr>
      <vt:lpstr>Calibri</vt:lpstr>
      <vt:lpstr>Calibri Light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Atanu</dc:creator>
  <cp:lastModifiedBy>Optical Tweezer</cp:lastModifiedBy>
  <cp:revision>145</cp:revision>
  <dcterms:created xsi:type="dcterms:W3CDTF">2025-10-23T05:31:24Z</dcterms:created>
  <dcterms:modified xsi:type="dcterms:W3CDTF">2026-03-02T08:05:28Z</dcterms:modified>
</cp:coreProperties>
</file>