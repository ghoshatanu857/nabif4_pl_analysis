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3" r:id="rId2"/>
    <p:sldId id="272" r:id="rId3"/>
    <p:sldId id="259" r:id="rId4"/>
    <p:sldId id="260" r:id="rId5"/>
    <p:sldId id="261" r:id="rId6"/>
    <p:sldId id="257" r:id="rId7"/>
    <p:sldId id="269" r:id="rId8"/>
    <p:sldId id="262" r:id="rId9"/>
    <p:sldId id="274" r:id="rId10"/>
    <p:sldId id="270" r:id="rId11"/>
    <p:sldId id="276" r:id="rId12"/>
    <p:sldId id="264" r:id="rId13"/>
    <p:sldId id="277" r:id="rId14"/>
    <p:sldId id="265" r:id="rId15"/>
    <p:sldId id="275" r:id="rId16"/>
    <p:sldId id="267" r:id="rId17"/>
    <p:sldId id="268" r:id="rId18"/>
    <p:sldId id="271" r:id="rId19"/>
    <p:sldId id="26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954" userDrawn="1">
          <p15:clr>
            <a:srgbClr val="A4A3A4"/>
          </p15:clr>
        </p15:guide>
        <p15:guide id="2" pos="372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3137C"/>
    <a:srgbClr val="41719C"/>
    <a:srgbClr val="1F77B4"/>
    <a:srgbClr val="1C75B3"/>
    <a:srgbClr val="FF7E0C"/>
    <a:srgbClr val="FFA500"/>
    <a:srgbClr val="008080"/>
    <a:srgbClr val="940E5E"/>
    <a:srgbClr val="F250DB"/>
    <a:srgbClr val="F16B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63" autoAdjust="0"/>
    <p:restoredTop sz="94660"/>
  </p:normalViewPr>
  <p:slideViewPr>
    <p:cSldViewPr snapToGrid="0" showGuides="1">
      <p:cViewPr>
        <p:scale>
          <a:sx n="110" d="100"/>
          <a:sy n="110" d="100"/>
        </p:scale>
        <p:origin x="-624" y="-78"/>
      </p:cViewPr>
      <p:guideLst>
        <p:guide orient="horz" pos="2954"/>
        <p:guide pos="372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673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7284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98597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44101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84885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50354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3496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4556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95652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1735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2533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7465F7-512E-48F4-BF26-2BF4FC2D3885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1985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jp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3" Type="http://schemas.openxmlformats.org/officeDocument/2006/relationships/image" Target="../media/image15.png"/><Relationship Id="rId7" Type="http://schemas.openxmlformats.org/officeDocument/2006/relationships/image" Target="../media/image19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170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1.png"/><Relationship Id="rId7" Type="http://schemas.openxmlformats.org/officeDocument/2006/relationships/image" Target="../media/image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31.png"/><Relationship Id="rId7" Type="http://schemas.openxmlformats.org/officeDocument/2006/relationships/image" Target="../media/image4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10" Type="http://schemas.openxmlformats.org/officeDocument/2006/relationships/image" Target="../media/image32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26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3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0.png"/><Relationship Id="rId4" Type="http://schemas.openxmlformats.org/officeDocument/2006/relationships/image" Target="../media/image29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10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0.png"/><Relationship Id="rId3" Type="http://schemas.openxmlformats.org/officeDocument/2006/relationships/image" Target="../media/image55.png"/><Relationship Id="rId7" Type="http://schemas.openxmlformats.org/officeDocument/2006/relationships/image" Target="../media/image550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0.png"/><Relationship Id="rId5" Type="http://schemas.openxmlformats.org/officeDocument/2006/relationships/image" Target="../media/image530.png"/><Relationship Id="rId4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Cube 112"/>
          <p:cNvSpPr/>
          <p:nvPr/>
        </p:nvSpPr>
        <p:spPr>
          <a:xfrm>
            <a:off x="4945098" y="4983127"/>
            <a:ext cx="2080009" cy="1260065"/>
          </a:xfrm>
          <a:prstGeom prst="cube">
            <a:avLst/>
          </a:prstGeom>
          <a:solidFill>
            <a:schemeClr val="tx1">
              <a:lumMod val="95000"/>
              <a:lumOff val="5000"/>
              <a:alpha val="67000"/>
            </a:schemeClr>
          </a:solidFill>
          <a:ln>
            <a:solidFill>
              <a:schemeClr val="bg1">
                <a:lumMod val="95000"/>
              </a:schemeClr>
            </a:solidFill>
          </a:ln>
          <a:scene3d>
            <a:camera prst="orthographicFront">
              <a:rot lat="1200000" lon="0" rev="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1" name="Rectangle 90"/>
          <p:cNvSpPr/>
          <p:nvPr/>
        </p:nvSpPr>
        <p:spPr>
          <a:xfrm>
            <a:off x="6534127" y="1614685"/>
            <a:ext cx="1858945" cy="729538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0"/>
                  <a:lumOff val="100000"/>
                  <a:alpha val="0"/>
                </a:schemeClr>
              </a:gs>
              <a:gs pos="22000">
                <a:schemeClr val="accent5">
                  <a:lumMod val="0"/>
                  <a:lumOff val="100000"/>
                </a:schemeClr>
              </a:gs>
              <a:gs pos="42000">
                <a:schemeClr val="accent5">
                  <a:lumMod val="100000"/>
                </a:schemeClr>
              </a:gs>
            </a:gsLst>
            <a:path path="circle">
              <a:fillToRect l="50000" t="-80000" r="50000" b="180000"/>
            </a:path>
            <a:tileRect/>
          </a:gradFill>
          <a:ln>
            <a:solidFill>
              <a:schemeClr val="tx1">
                <a:alpha val="99000"/>
              </a:schemeClr>
            </a:solidFill>
          </a:ln>
          <a:scene3d>
            <a:camera prst="orthographicFront">
              <a:rot lat="19106325" lon="2515816" rev="19752576"/>
            </a:camera>
            <a:lightRig rig="threePt" dir="t"/>
          </a:scene3d>
          <a:sp3d>
            <a:bevelT w="152400" h="50800" prst="softRound"/>
          </a:sp3d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90" name="Picture 89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40423B"/>
              </a:clrFrom>
              <a:clrTo>
                <a:srgbClr val="40423B">
                  <a:alpha val="0"/>
                </a:srgbClr>
              </a:clrTo>
            </a:clrChange>
          </a:blip>
          <a:srcRect l="20396" t="35392" r="20491" b="20028"/>
          <a:stretch/>
        </p:blipFill>
        <p:spPr>
          <a:xfrm>
            <a:off x="7263079" y="1817882"/>
            <a:ext cx="401040" cy="316316"/>
          </a:xfrm>
          <a:prstGeom prst="hexagon">
            <a:avLst/>
          </a:prstGeom>
          <a:scene3d>
            <a:camera prst="orthographicFront">
              <a:rot lat="600004" lon="600000" rev="0"/>
            </a:camera>
            <a:lightRig rig="threePt" dir="t"/>
          </a:scene3d>
        </p:spPr>
      </p:pic>
      <p:sp>
        <p:nvSpPr>
          <p:cNvPr id="88" name="Rectangle 87"/>
          <p:cNvSpPr/>
          <p:nvPr/>
        </p:nvSpPr>
        <p:spPr>
          <a:xfrm>
            <a:off x="6060002" y="1052418"/>
            <a:ext cx="3068442" cy="991333"/>
          </a:xfrm>
          <a:prstGeom prst="rect">
            <a:avLst/>
          </a:prstGeom>
          <a:gradFill>
            <a:gsLst>
              <a:gs pos="26000">
                <a:schemeClr val="accent5">
                  <a:lumMod val="74000"/>
                  <a:lumOff val="26000"/>
                  <a:alpha val="60000"/>
                </a:schemeClr>
              </a:gs>
              <a:gs pos="95000">
                <a:schemeClr val="bg1">
                  <a:lumMod val="50000"/>
                </a:schemeClr>
              </a:gs>
            </a:gsLst>
            <a:path path="circle">
              <a:fillToRect l="50000" t="-80000" r="50000" b="180000"/>
            </a:path>
          </a:gradFill>
          <a:ln>
            <a:solidFill>
              <a:schemeClr val="tx1">
                <a:alpha val="99000"/>
              </a:schemeClr>
            </a:solidFill>
          </a:ln>
          <a:scene3d>
            <a:camera prst="orthographicFront">
              <a:rot lat="19106330" lon="2515816" rev="19752584"/>
            </a:camera>
            <a:lightRig rig="threePt" dir="t"/>
          </a:scene3d>
          <a:sp3d>
            <a:bevelT w="152400" h="50800" prst="softRound"/>
          </a:sp3d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3" name="Rectangle 82"/>
          <p:cNvSpPr/>
          <p:nvPr/>
        </p:nvSpPr>
        <p:spPr>
          <a:xfrm>
            <a:off x="8376628" y="5251859"/>
            <a:ext cx="3068442" cy="991333"/>
          </a:xfrm>
          <a:prstGeom prst="rect">
            <a:avLst/>
          </a:prstGeom>
          <a:gradFill flip="none" rotWithShape="1">
            <a:gsLst>
              <a:gs pos="56000">
                <a:schemeClr val="accent3">
                  <a:alpha val="9000"/>
                  <a:lumMod val="0"/>
                  <a:lumOff val="100000"/>
                </a:schemeClr>
              </a:gs>
              <a:gs pos="96000">
                <a:schemeClr val="accent3">
                  <a:lumMod val="45000"/>
                  <a:lumOff val="55000"/>
                </a:schemeClr>
              </a:gs>
              <a:gs pos="24000">
                <a:schemeClr val="accent3">
                  <a:lumMod val="30000"/>
                  <a:lumOff val="70000"/>
                </a:schemeClr>
              </a:gs>
            </a:gsLst>
            <a:path path="rect">
              <a:fillToRect l="50000" t="50000" r="50000" b="50000"/>
            </a:path>
            <a:tileRect/>
          </a:gradFill>
          <a:ln>
            <a:solidFill>
              <a:schemeClr val="tx1">
                <a:alpha val="99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4" name="Rectangle 83"/>
          <p:cNvSpPr/>
          <p:nvPr/>
        </p:nvSpPr>
        <p:spPr>
          <a:xfrm>
            <a:off x="9375111" y="5283664"/>
            <a:ext cx="1195754" cy="919336"/>
          </a:xfrm>
          <a:prstGeom prst="rect">
            <a:avLst/>
          </a:prstGeom>
          <a:pattFill prst="pct60">
            <a:fgClr>
              <a:schemeClr val="accent6">
                <a:lumMod val="20000"/>
                <a:lumOff val="80000"/>
              </a:schemeClr>
            </a:fgClr>
            <a:bgClr>
              <a:schemeClr val="bg1"/>
            </a:bgClr>
          </a:pattFill>
          <a:ln>
            <a:solidFill>
              <a:schemeClr val="accent1">
                <a:shade val="50000"/>
                <a:alpha val="9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77" name="Group 76"/>
          <p:cNvGrpSpPr/>
          <p:nvPr/>
        </p:nvGrpSpPr>
        <p:grpSpPr>
          <a:xfrm>
            <a:off x="8578631" y="2356923"/>
            <a:ext cx="849895" cy="622089"/>
            <a:chOff x="8578631" y="2356923"/>
            <a:chExt cx="849895" cy="622089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8671860" y="2822942"/>
              <a:ext cx="688408" cy="0"/>
            </a:xfrm>
            <a:prstGeom prst="line">
              <a:avLst/>
            </a:prstGeom>
            <a:ln w="1270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/>
            <p:cNvGrpSpPr/>
            <p:nvPr/>
          </p:nvGrpSpPr>
          <p:grpSpPr>
            <a:xfrm>
              <a:off x="8578631" y="2356923"/>
              <a:ext cx="849895" cy="622089"/>
              <a:chOff x="8594101" y="2342022"/>
              <a:chExt cx="849895" cy="622089"/>
            </a:xfrm>
          </p:grpSpPr>
          <p:grpSp>
            <p:nvGrpSpPr>
              <p:cNvPr id="75" name="Group 74"/>
              <p:cNvGrpSpPr/>
              <p:nvPr/>
            </p:nvGrpSpPr>
            <p:grpSpPr>
              <a:xfrm>
                <a:off x="8684993" y="2342022"/>
                <a:ext cx="679475" cy="513869"/>
                <a:chOff x="8684993" y="2342022"/>
                <a:chExt cx="679475" cy="513869"/>
              </a:xfrm>
            </p:grpSpPr>
            <p:sp>
              <p:nvSpPr>
                <p:cNvPr id="43" name="Freeform 42"/>
                <p:cNvSpPr/>
                <p:nvPr/>
              </p:nvSpPr>
              <p:spPr>
                <a:xfrm>
                  <a:off x="8692221" y="2395727"/>
                  <a:ext cx="672247" cy="419759"/>
                </a:xfrm>
                <a:custGeom>
                  <a:avLst/>
                  <a:gdLst>
                    <a:gd name="connsiteX0" fmla="*/ 0 w 672247"/>
                    <a:gd name="connsiteY0" fmla="*/ 405302 h 419759"/>
                    <a:gd name="connsiteX1" fmla="*/ 90356 w 672247"/>
                    <a:gd name="connsiteY1" fmla="*/ 390845 h 419759"/>
                    <a:gd name="connsiteX2" fmla="*/ 108427 w 672247"/>
                    <a:gd name="connsiteY2" fmla="*/ 314946 h 419759"/>
                    <a:gd name="connsiteX3" fmla="*/ 119270 w 672247"/>
                    <a:gd name="connsiteY3" fmla="*/ 394459 h 419759"/>
                    <a:gd name="connsiteX4" fmla="*/ 169869 w 672247"/>
                    <a:gd name="connsiteY4" fmla="*/ 387231 h 419759"/>
                    <a:gd name="connsiteX5" fmla="*/ 180712 w 672247"/>
                    <a:gd name="connsiteY5" fmla="*/ 408916 h 419759"/>
                    <a:gd name="connsiteX6" fmla="*/ 202397 w 672247"/>
                    <a:gd name="connsiteY6" fmla="*/ 372774 h 419759"/>
                    <a:gd name="connsiteX7" fmla="*/ 234925 w 672247"/>
                    <a:gd name="connsiteY7" fmla="*/ 401687 h 419759"/>
                    <a:gd name="connsiteX8" fmla="*/ 234925 w 672247"/>
                    <a:gd name="connsiteY8" fmla="*/ 282418 h 419759"/>
                    <a:gd name="connsiteX9" fmla="*/ 260225 w 672247"/>
                    <a:gd name="connsiteY9" fmla="*/ 343860 h 419759"/>
                    <a:gd name="connsiteX10" fmla="*/ 252996 w 672247"/>
                    <a:gd name="connsiteY10" fmla="*/ 231819 h 419759"/>
                    <a:gd name="connsiteX11" fmla="*/ 249382 w 672247"/>
                    <a:gd name="connsiteY11" fmla="*/ 170377 h 419759"/>
                    <a:gd name="connsiteX12" fmla="*/ 274682 w 672247"/>
                    <a:gd name="connsiteY12" fmla="*/ 231819 h 419759"/>
                    <a:gd name="connsiteX13" fmla="*/ 296367 w 672247"/>
                    <a:gd name="connsiteY13" fmla="*/ 390845 h 419759"/>
                    <a:gd name="connsiteX14" fmla="*/ 332509 w 672247"/>
                    <a:gd name="connsiteY14" fmla="*/ 354702 h 419759"/>
                    <a:gd name="connsiteX15" fmla="*/ 357809 w 672247"/>
                    <a:gd name="connsiteY15" fmla="*/ 387231 h 419759"/>
                    <a:gd name="connsiteX16" fmla="*/ 393951 w 672247"/>
                    <a:gd name="connsiteY16" fmla="*/ 380002 h 419759"/>
                    <a:gd name="connsiteX17" fmla="*/ 393951 w 672247"/>
                    <a:gd name="connsiteY17" fmla="*/ 336631 h 419759"/>
                    <a:gd name="connsiteX18" fmla="*/ 390337 w 672247"/>
                    <a:gd name="connsiteY18" fmla="*/ 14965 h 419759"/>
                    <a:gd name="connsiteX19" fmla="*/ 408408 w 672247"/>
                    <a:gd name="connsiteY19" fmla="*/ 87249 h 419759"/>
                    <a:gd name="connsiteX20" fmla="*/ 426479 w 672247"/>
                    <a:gd name="connsiteY20" fmla="*/ 387231 h 419759"/>
                    <a:gd name="connsiteX21" fmla="*/ 469850 w 672247"/>
                    <a:gd name="connsiteY21" fmla="*/ 383616 h 419759"/>
                    <a:gd name="connsiteX22" fmla="*/ 495150 w 672247"/>
                    <a:gd name="connsiteY22" fmla="*/ 401687 h 419759"/>
                    <a:gd name="connsiteX23" fmla="*/ 531292 w 672247"/>
                    <a:gd name="connsiteY23" fmla="*/ 376388 h 419759"/>
                    <a:gd name="connsiteX24" fmla="*/ 549363 w 672247"/>
                    <a:gd name="connsiteY24" fmla="*/ 387231 h 419759"/>
                    <a:gd name="connsiteX25" fmla="*/ 607191 w 672247"/>
                    <a:gd name="connsiteY25" fmla="*/ 372774 h 419759"/>
                    <a:gd name="connsiteX26" fmla="*/ 636105 w 672247"/>
                    <a:gd name="connsiteY26" fmla="*/ 390845 h 419759"/>
                    <a:gd name="connsiteX27" fmla="*/ 672247 w 672247"/>
                    <a:gd name="connsiteY27" fmla="*/ 419759 h 419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672247" h="419759">
                      <a:moveTo>
                        <a:pt x="0" y="405302"/>
                      </a:moveTo>
                      <a:cubicBezTo>
                        <a:pt x="36142" y="405603"/>
                        <a:pt x="72285" y="405904"/>
                        <a:pt x="90356" y="390845"/>
                      </a:cubicBezTo>
                      <a:cubicBezTo>
                        <a:pt x="108427" y="375786"/>
                        <a:pt x="103608" y="314344"/>
                        <a:pt x="108427" y="314946"/>
                      </a:cubicBezTo>
                      <a:cubicBezTo>
                        <a:pt x="113246" y="315548"/>
                        <a:pt x="109030" y="382412"/>
                        <a:pt x="119270" y="394459"/>
                      </a:cubicBezTo>
                      <a:cubicBezTo>
                        <a:pt x="129510" y="406506"/>
                        <a:pt x="159629" y="384822"/>
                        <a:pt x="169869" y="387231"/>
                      </a:cubicBezTo>
                      <a:cubicBezTo>
                        <a:pt x="180109" y="389640"/>
                        <a:pt x="175291" y="411326"/>
                        <a:pt x="180712" y="408916"/>
                      </a:cubicBezTo>
                      <a:cubicBezTo>
                        <a:pt x="186133" y="406507"/>
                        <a:pt x="193362" y="373979"/>
                        <a:pt x="202397" y="372774"/>
                      </a:cubicBezTo>
                      <a:cubicBezTo>
                        <a:pt x="211432" y="371569"/>
                        <a:pt x="229504" y="416746"/>
                        <a:pt x="234925" y="401687"/>
                      </a:cubicBezTo>
                      <a:cubicBezTo>
                        <a:pt x="240346" y="386628"/>
                        <a:pt x="230708" y="292056"/>
                        <a:pt x="234925" y="282418"/>
                      </a:cubicBezTo>
                      <a:cubicBezTo>
                        <a:pt x="239142" y="272780"/>
                        <a:pt x="257213" y="352293"/>
                        <a:pt x="260225" y="343860"/>
                      </a:cubicBezTo>
                      <a:cubicBezTo>
                        <a:pt x="263237" y="335427"/>
                        <a:pt x="254803" y="260733"/>
                        <a:pt x="252996" y="231819"/>
                      </a:cubicBezTo>
                      <a:cubicBezTo>
                        <a:pt x="251189" y="202905"/>
                        <a:pt x="245768" y="170377"/>
                        <a:pt x="249382" y="170377"/>
                      </a:cubicBezTo>
                      <a:cubicBezTo>
                        <a:pt x="252996" y="170377"/>
                        <a:pt x="266851" y="195074"/>
                        <a:pt x="274682" y="231819"/>
                      </a:cubicBezTo>
                      <a:cubicBezTo>
                        <a:pt x="282513" y="268564"/>
                        <a:pt x="286729" y="370364"/>
                        <a:pt x="296367" y="390845"/>
                      </a:cubicBezTo>
                      <a:cubicBezTo>
                        <a:pt x="306005" y="411326"/>
                        <a:pt x="322269" y="355304"/>
                        <a:pt x="332509" y="354702"/>
                      </a:cubicBezTo>
                      <a:cubicBezTo>
                        <a:pt x="342749" y="354100"/>
                        <a:pt x="347569" y="383014"/>
                        <a:pt x="357809" y="387231"/>
                      </a:cubicBezTo>
                      <a:cubicBezTo>
                        <a:pt x="368049" y="391448"/>
                        <a:pt x="387927" y="388435"/>
                        <a:pt x="393951" y="380002"/>
                      </a:cubicBezTo>
                      <a:cubicBezTo>
                        <a:pt x="399975" y="371569"/>
                        <a:pt x="394553" y="397470"/>
                        <a:pt x="393951" y="336631"/>
                      </a:cubicBezTo>
                      <a:cubicBezTo>
                        <a:pt x="393349" y="275792"/>
                        <a:pt x="387928" y="56529"/>
                        <a:pt x="390337" y="14965"/>
                      </a:cubicBezTo>
                      <a:cubicBezTo>
                        <a:pt x="392747" y="-26599"/>
                        <a:pt x="402384" y="25205"/>
                        <a:pt x="408408" y="87249"/>
                      </a:cubicBezTo>
                      <a:cubicBezTo>
                        <a:pt x="414432" y="149293"/>
                        <a:pt x="416239" y="337837"/>
                        <a:pt x="426479" y="387231"/>
                      </a:cubicBezTo>
                      <a:cubicBezTo>
                        <a:pt x="436719" y="436625"/>
                        <a:pt x="458405" y="381207"/>
                        <a:pt x="469850" y="383616"/>
                      </a:cubicBezTo>
                      <a:cubicBezTo>
                        <a:pt x="481295" y="386025"/>
                        <a:pt x="484910" y="402892"/>
                        <a:pt x="495150" y="401687"/>
                      </a:cubicBezTo>
                      <a:cubicBezTo>
                        <a:pt x="505390" y="400482"/>
                        <a:pt x="522257" y="378797"/>
                        <a:pt x="531292" y="376388"/>
                      </a:cubicBezTo>
                      <a:cubicBezTo>
                        <a:pt x="540327" y="373979"/>
                        <a:pt x="536713" y="387833"/>
                        <a:pt x="549363" y="387231"/>
                      </a:cubicBezTo>
                      <a:cubicBezTo>
                        <a:pt x="562013" y="386629"/>
                        <a:pt x="592734" y="372172"/>
                        <a:pt x="607191" y="372774"/>
                      </a:cubicBezTo>
                      <a:cubicBezTo>
                        <a:pt x="621648" y="373376"/>
                        <a:pt x="625262" y="383014"/>
                        <a:pt x="636105" y="390845"/>
                      </a:cubicBezTo>
                      <a:cubicBezTo>
                        <a:pt x="646948" y="398676"/>
                        <a:pt x="659597" y="409217"/>
                        <a:pt x="672247" y="419759"/>
                      </a:cubicBez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cxnSp>
              <p:nvCxnSpPr>
                <p:cNvPr id="49" name="Straight Connector 48"/>
                <p:cNvCxnSpPr/>
                <p:nvPr/>
              </p:nvCxnSpPr>
              <p:spPr>
                <a:xfrm>
                  <a:off x="8742822" y="2819891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/>
                <p:cNvCxnSpPr/>
                <p:nvPr/>
              </p:nvCxnSpPr>
              <p:spPr>
                <a:xfrm>
                  <a:off x="8851851" y="2819843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/>
                <p:cNvCxnSpPr/>
                <p:nvPr/>
              </p:nvCxnSpPr>
              <p:spPr>
                <a:xfrm>
                  <a:off x="8960881" y="2819843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Connector 51"/>
                <p:cNvCxnSpPr/>
                <p:nvPr/>
              </p:nvCxnSpPr>
              <p:spPr>
                <a:xfrm>
                  <a:off x="9055453" y="2817386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/>
                <p:cNvCxnSpPr/>
                <p:nvPr/>
              </p:nvCxnSpPr>
              <p:spPr>
                <a:xfrm>
                  <a:off x="9150025" y="2817386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/>
                <p:cNvCxnSpPr/>
                <p:nvPr/>
              </p:nvCxnSpPr>
              <p:spPr>
                <a:xfrm>
                  <a:off x="9233755" y="2817386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>
                <a:xfrm>
                  <a:off x="9324714" y="2817386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/>
                <p:cNvCxnSpPr/>
                <p:nvPr/>
              </p:nvCxnSpPr>
              <p:spPr>
                <a:xfrm flipV="1">
                  <a:off x="8684993" y="2342022"/>
                  <a:ext cx="0" cy="473464"/>
                </a:xfrm>
                <a:prstGeom prst="line">
                  <a:avLst/>
                </a:prstGeom>
                <a:ln w="158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0" name="TextBox 59"/>
              <p:cNvSpPr txBox="1"/>
              <p:nvPr/>
            </p:nvSpPr>
            <p:spPr>
              <a:xfrm>
                <a:off x="8594101" y="2802139"/>
                <a:ext cx="271228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200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1" name="TextBox 60"/>
              <p:cNvSpPr txBox="1"/>
              <p:nvPr/>
            </p:nvSpPr>
            <p:spPr>
              <a:xfrm>
                <a:off x="8716237" y="2810223"/>
                <a:ext cx="271228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400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2" name="TextBox 61"/>
              <p:cNvSpPr txBox="1"/>
              <p:nvPr/>
            </p:nvSpPr>
            <p:spPr>
              <a:xfrm>
                <a:off x="8826552" y="2810223"/>
                <a:ext cx="271228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600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3" name="TextBox 62"/>
              <p:cNvSpPr txBox="1"/>
              <p:nvPr/>
            </p:nvSpPr>
            <p:spPr>
              <a:xfrm>
                <a:off x="8942063" y="2810223"/>
                <a:ext cx="271228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800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4" name="TextBox 63"/>
              <p:cNvSpPr txBox="1"/>
              <p:nvPr/>
            </p:nvSpPr>
            <p:spPr>
              <a:xfrm>
                <a:off x="9031468" y="2802139"/>
                <a:ext cx="300082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1000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5" name="TextBox 64"/>
              <p:cNvSpPr txBox="1"/>
              <p:nvPr/>
            </p:nvSpPr>
            <p:spPr>
              <a:xfrm>
                <a:off x="9143914" y="2806066"/>
                <a:ext cx="300082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1200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80" name="Group 79"/>
          <p:cNvGrpSpPr/>
          <p:nvPr/>
        </p:nvGrpSpPr>
        <p:grpSpPr>
          <a:xfrm>
            <a:off x="9348998" y="3735670"/>
            <a:ext cx="1216389" cy="755374"/>
            <a:chOff x="5318699" y="3130552"/>
            <a:chExt cx="1216389" cy="755374"/>
          </a:xfrm>
        </p:grpSpPr>
        <p:sp>
          <p:nvSpPr>
            <p:cNvPr id="7" name="Rectangle 6"/>
            <p:cNvSpPr/>
            <p:nvPr/>
          </p:nvSpPr>
          <p:spPr>
            <a:xfrm>
              <a:off x="5318699" y="3130552"/>
              <a:ext cx="1216389" cy="755374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scene3d>
              <a:camera prst="orthographicFront"/>
              <a:lightRig rig="threePt" dir="t"/>
            </a:scene3d>
            <a:sp3d>
              <a:bevelT/>
              <a:bevelB prst="slope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696485" y="3227015"/>
              <a:ext cx="737252" cy="56244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79" name="Group 78"/>
            <p:cNvGrpSpPr/>
            <p:nvPr/>
          </p:nvGrpSpPr>
          <p:grpSpPr>
            <a:xfrm>
              <a:off x="5389948" y="3258820"/>
              <a:ext cx="279295" cy="123709"/>
              <a:chOff x="8291040" y="2395727"/>
              <a:chExt cx="279295" cy="123709"/>
            </a:xfrm>
          </p:grpSpPr>
          <p:sp>
            <p:nvSpPr>
              <p:cNvPr id="68" name="Flowchart: Preparation 67"/>
              <p:cNvSpPr/>
              <p:nvPr/>
            </p:nvSpPr>
            <p:spPr>
              <a:xfrm>
                <a:off x="8396851" y="2395727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69" name="Flowchart: Preparation 68"/>
              <p:cNvSpPr/>
              <p:nvPr/>
            </p:nvSpPr>
            <p:spPr>
              <a:xfrm>
                <a:off x="8512507" y="2397597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0" name="Flowchart: Preparation 69"/>
              <p:cNvSpPr/>
              <p:nvPr/>
            </p:nvSpPr>
            <p:spPr>
              <a:xfrm>
                <a:off x="8296253" y="2471288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1" name="Flowchart: Preparation 70"/>
              <p:cNvSpPr/>
              <p:nvPr/>
            </p:nvSpPr>
            <p:spPr>
              <a:xfrm>
                <a:off x="8393839" y="2471289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2" name="Flowchart: Preparation 71"/>
              <p:cNvSpPr/>
              <p:nvPr/>
            </p:nvSpPr>
            <p:spPr>
              <a:xfrm>
                <a:off x="8509890" y="2473717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3" name="Flowchart: Preparation 72"/>
              <p:cNvSpPr/>
              <p:nvPr/>
            </p:nvSpPr>
            <p:spPr>
              <a:xfrm>
                <a:off x="8291040" y="2398231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pic>
          <p:nvPicPr>
            <p:cNvPr id="78" name="Picture 7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69243" y="3258820"/>
              <a:ext cx="764494" cy="562449"/>
            </a:xfrm>
            <a:prstGeom prst="rect">
              <a:avLst/>
            </a:prstGeom>
          </p:spPr>
        </p:pic>
      </p:grpSp>
      <p:sp>
        <p:nvSpPr>
          <p:cNvPr id="81" name="Rectangle 80"/>
          <p:cNvSpPr/>
          <p:nvPr/>
        </p:nvSpPr>
        <p:spPr>
          <a:xfrm>
            <a:off x="9868868" y="2010435"/>
            <a:ext cx="1393038" cy="45719"/>
          </a:xfrm>
          <a:prstGeom prst="rect">
            <a:avLst/>
          </a:prstGeom>
          <a:scene3d>
            <a:camera prst="orthographicFront"/>
            <a:lightRig rig="threePt" dir="t"/>
          </a:scene3d>
          <a:sp3d prstMaterial="dkEdge">
            <a:bevelT w="101600" prst="riblet"/>
            <a:bevelB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82" name="Picture 81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40423B"/>
              </a:clrFrom>
              <a:clrTo>
                <a:srgbClr val="40423B">
                  <a:alpha val="0"/>
                </a:srgbClr>
              </a:clrTo>
            </a:clrChange>
          </a:blip>
          <a:srcRect l="20396" t="35392" r="20491" b="20028"/>
          <a:stretch/>
        </p:blipFill>
        <p:spPr>
          <a:xfrm>
            <a:off x="9675468" y="5431863"/>
            <a:ext cx="620972" cy="489785"/>
          </a:xfrm>
          <a:prstGeom prst="hexagon">
            <a:avLst/>
          </a:prstGeom>
          <a:scene3d>
            <a:camera prst="orthographicFront">
              <a:rot lat="600004" lon="600000" rev="0"/>
            </a:camera>
            <a:lightRig rig="threePt" dir="t"/>
          </a:scene3d>
        </p:spPr>
      </p:pic>
      <p:pic>
        <p:nvPicPr>
          <p:cNvPr id="93" name="Picture 9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61009">
            <a:off x="8196820" y="413832"/>
            <a:ext cx="2446853" cy="797887"/>
          </a:xfrm>
          <a:prstGeom prst="rect">
            <a:avLst/>
          </a:prstGeom>
          <a:scene3d>
            <a:camera prst="orthographicFront">
              <a:rot lat="18599996" lon="300000" rev="0"/>
            </a:camera>
            <a:lightRig rig="contrasting" dir="t"/>
          </a:scene3d>
          <a:sp3d prstMaterial="dkEdge">
            <a:bevelT w="152400" h="50800" prst="softRound"/>
            <a:bevelB prst="angle"/>
          </a:sp3d>
        </p:spPr>
      </p:pic>
      <p:sp>
        <p:nvSpPr>
          <p:cNvPr id="95" name="Rectangle 94"/>
          <p:cNvSpPr/>
          <p:nvPr/>
        </p:nvSpPr>
        <p:spPr>
          <a:xfrm>
            <a:off x="7524349" y="3549428"/>
            <a:ext cx="2651020" cy="1662239"/>
          </a:xfrm>
          <a:prstGeom prst="rect">
            <a:avLst/>
          </a:prstGeom>
          <a:solidFill>
            <a:srgbClr val="DAC4C6"/>
          </a:solidFill>
          <a:scene3d>
            <a:camera prst="orthographicFront"/>
            <a:lightRig rig="threePt" dir="t"/>
          </a:scene3d>
          <a:sp3d>
            <a:bevelT/>
            <a:bevelB prst="slope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6" name="Rectangle 95"/>
          <p:cNvSpPr/>
          <p:nvPr/>
        </p:nvSpPr>
        <p:spPr>
          <a:xfrm>
            <a:off x="7365522" y="3694748"/>
            <a:ext cx="1606781" cy="123769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97" name="Group 96"/>
          <p:cNvGrpSpPr/>
          <p:nvPr/>
        </p:nvGrpSpPr>
        <p:grpSpPr>
          <a:xfrm>
            <a:off x="6008496" y="5486039"/>
            <a:ext cx="608700" cy="272228"/>
            <a:chOff x="8291040" y="2395727"/>
            <a:chExt cx="279295" cy="123709"/>
          </a:xfrm>
        </p:grpSpPr>
        <p:sp>
          <p:nvSpPr>
            <p:cNvPr id="99" name="Flowchart: Preparation 98"/>
            <p:cNvSpPr/>
            <p:nvPr/>
          </p:nvSpPr>
          <p:spPr>
            <a:xfrm>
              <a:off x="8396851" y="2395727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0" name="Flowchart: Preparation 99"/>
            <p:cNvSpPr/>
            <p:nvPr/>
          </p:nvSpPr>
          <p:spPr>
            <a:xfrm>
              <a:off x="8512507" y="2397597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1" name="Flowchart: Preparation 100"/>
            <p:cNvSpPr/>
            <p:nvPr/>
          </p:nvSpPr>
          <p:spPr>
            <a:xfrm>
              <a:off x="8296253" y="2471288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2" name="Flowchart: Preparation 101"/>
            <p:cNvSpPr/>
            <p:nvPr/>
          </p:nvSpPr>
          <p:spPr>
            <a:xfrm>
              <a:off x="8393839" y="2471289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3" name="Flowchart: Preparation 102"/>
            <p:cNvSpPr/>
            <p:nvPr/>
          </p:nvSpPr>
          <p:spPr>
            <a:xfrm>
              <a:off x="8509890" y="2473717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4" name="Flowchart: Preparation 103"/>
            <p:cNvSpPr/>
            <p:nvPr/>
          </p:nvSpPr>
          <p:spPr>
            <a:xfrm>
              <a:off x="8291040" y="2398231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115" name="Oval 114"/>
          <p:cNvSpPr/>
          <p:nvPr/>
        </p:nvSpPr>
        <p:spPr>
          <a:xfrm>
            <a:off x="6778256" y="5409452"/>
            <a:ext cx="70471" cy="40655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5" name="Picture 104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100000"/>
                    </a14:imgEffect>
                    <a14:imgEffect>
                      <a14:colorTemperature colorTemp="6400"/>
                    </a14:imgEffect>
                    <a14:imgEffect>
                      <a14:saturation sat="40000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42795" y="5413211"/>
            <a:ext cx="856897" cy="598674"/>
          </a:xfrm>
          <a:prstGeom prst="rect">
            <a:avLst/>
          </a:prstGeom>
        </p:spPr>
      </p:pic>
      <p:sp>
        <p:nvSpPr>
          <p:cNvPr id="120" name="Can 119"/>
          <p:cNvSpPr/>
          <p:nvPr/>
        </p:nvSpPr>
        <p:spPr>
          <a:xfrm rot="5400000">
            <a:off x="6767382" y="5505196"/>
            <a:ext cx="278211" cy="173299"/>
          </a:xfrm>
          <a:prstGeom prst="can">
            <a:avLst/>
          </a:prstGeom>
          <a:gradFill flip="none" rotWithShape="1">
            <a:gsLst>
              <a:gs pos="74000">
                <a:schemeClr val="bg1">
                  <a:lumMod val="95000"/>
                </a:schemeClr>
              </a:gs>
              <a:gs pos="35000">
                <a:schemeClr val="accent3">
                  <a:lumMod val="0"/>
                  <a:lumOff val="100000"/>
                </a:schemeClr>
              </a:gs>
              <a:gs pos="83000">
                <a:schemeClr val="accent3">
                  <a:lumMod val="100000"/>
                </a:schemeClr>
              </a:gs>
            </a:gsLst>
            <a:lin ang="10800000" scaled="1"/>
            <a:tileRect/>
          </a:gra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7" name="Flowchart: Display 56"/>
          <p:cNvSpPr/>
          <p:nvPr/>
        </p:nvSpPr>
        <p:spPr>
          <a:xfrm rot="5400000">
            <a:off x="3201846" y="2524725"/>
            <a:ext cx="353940" cy="223303"/>
          </a:xfrm>
          <a:prstGeom prst="flowChartDisplay">
            <a:avLst/>
          </a:prstGeom>
          <a:gradFill flip="none" rotWithShape="1">
            <a:gsLst>
              <a:gs pos="0">
                <a:schemeClr val="accent4">
                  <a:lumMod val="67000"/>
                </a:schemeClr>
              </a:gs>
              <a:gs pos="78000">
                <a:schemeClr val="accent4">
                  <a:lumMod val="97000"/>
                  <a:lumOff val="3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  <a:scene3d>
            <a:camera prst="orthographicFront"/>
            <a:lightRig rig="threePt" dir="t"/>
          </a:scene3d>
          <a:sp3d>
            <a:bevelT/>
            <a:bevelB w="139700" h="139700" prst="divo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8" name="Rounded Rectangle 57"/>
          <p:cNvSpPr/>
          <p:nvPr/>
        </p:nvSpPr>
        <p:spPr>
          <a:xfrm>
            <a:off x="3220858" y="2224696"/>
            <a:ext cx="315757" cy="307098"/>
          </a:xfrm>
          <a:prstGeom prst="roundRect">
            <a:avLst/>
          </a:prstGeom>
          <a:solidFill>
            <a:srgbClr val="FFC000">
              <a:alpha val="76000"/>
            </a:srgbClr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6" name="Flowchart: Display 65"/>
          <p:cNvSpPr/>
          <p:nvPr/>
        </p:nvSpPr>
        <p:spPr>
          <a:xfrm rot="5400000">
            <a:off x="2870559" y="2524726"/>
            <a:ext cx="353940" cy="223303"/>
          </a:xfrm>
          <a:prstGeom prst="flowChartDisplay">
            <a:avLst/>
          </a:prstGeom>
          <a:gradFill flip="none" rotWithShape="1">
            <a:gsLst>
              <a:gs pos="0">
                <a:schemeClr val="accent4">
                  <a:lumMod val="67000"/>
                </a:schemeClr>
              </a:gs>
              <a:gs pos="78000">
                <a:schemeClr val="accent4">
                  <a:lumMod val="97000"/>
                  <a:lumOff val="3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  <a:scene3d>
            <a:camera prst="orthographicFront"/>
            <a:lightRig rig="threePt" dir="t"/>
          </a:scene3d>
          <a:sp3d>
            <a:bevelT/>
            <a:bevelB w="139700" h="139700" prst="divo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Rounded Rectangle 66"/>
          <p:cNvSpPr/>
          <p:nvPr/>
        </p:nvSpPr>
        <p:spPr>
          <a:xfrm>
            <a:off x="2897642" y="2223016"/>
            <a:ext cx="315757" cy="307098"/>
          </a:xfrm>
          <a:prstGeom prst="roundRect">
            <a:avLst/>
          </a:prstGeom>
          <a:solidFill>
            <a:srgbClr val="FFC000">
              <a:alpha val="76000"/>
            </a:srgbClr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4" name="Rectangle 73"/>
          <p:cNvSpPr/>
          <p:nvPr/>
        </p:nvSpPr>
        <p:spPr>
          <a:xfrm>
            <a:off x="2792124" y="555981"/>
            <a:ext cx="3114989" cy="1868994"/>
          </a:xfrm>
          <a:prstGeom prst="rect">
            <a:avLst/>
          </a:prstGeom>
          <a:gradFill>
            <a:gsLst>
              <a:gs pos="97000">
                <a:schemeClr val="bg2">
                  <a:lumMod val="5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scene3d>
            <a:camera prst="orthographicFront"/>
            <a:lightRig rig="threePt" dir="t"/>
          </a:scene3d>
          <a:sp3d>
            <a:bevelT/>
            <a:bevelB prst="slope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5" name="Oval 84"/>
          <p:cNvSpPr/>
          <p:nvPr/>
        </p:nvSpPr>
        <p:spPr>
          <a:xfrm>
            <a:off x="5037931" y="972986"/>
            <a:ext cx="251208" cy="276328"/>
          </a:xfrm>
          <a:prstGeom prst="ellipse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6" name="Rectangle 85"/>
          <p:cNvSpPr/>
          <p:nvPr/>
        </p:nvSpPr>
        <p:spPr>
          <a:xfrm>
            <a:off x="2952897" y="726803"/>
            <a:ext cx="1344610" cy="904352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7" name="Rounded Rectangle 86"/>
          <p:cNvSpPr/>
          <p:nvPr/>
        </p:nvSpPr>
        <p:spPr>
          <a:xfrm>
            <a:off x="5185737" y="2061106"/>
            <a:ext cx="530850" cy="251209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9" name="Rounded Rectangle 88"/>
          <p:cNvSpPr/>
          <p:nvPr/>
        </p:nvSpPr>
        <p:spPr>
          <a:xfrm>
            <a:off x="5058027" y="827288"/>
            <a:ext cx="231112" cy="130629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2" name="Rounded Rectangle 91"/>
          <p:cNvSpPr/>
          <p:nvPr/>
        </p:nvSpPr>
        <p:spPr>
          <a:xfrm>
            <a:off x="4751550" y="1068450"/>
            <a:ext cx="256235" cy="160777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4" name="Rounded Rectangle 93"/>
          <p:cNvSpPr/>
          <p:nvPr/>
        </p:nvSpPr>
        <p:spPr>
          <a:xfrm>
            <a:off x="5073100" y="1249314"/>
            <a:ext cx="251207" cy="160777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8" name="Rounded Rectangle 97"/>
          <p:cNvSpPr/>
          <p:nvPr/>
        </p:nvSpPr>
        <p:spPr>
          <a:xfrm>
            <a:off x="5329337" y="1068449"/>
            <a:ext cx="306472" cy="16077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7" name="Isosceles Triangle 106"/>
          <p:cNvSpPr/>
          <p:nvPr/>
        </p:nvSpPr>
        <p:spPr>
          <a:xfrm rot="10800000">
            <a:off x="5111633" y="1266091"/>
            <a:ext cx="144000" cy="144000"/>
          </a:xfrm>
          <a:prstGeom prst="triangle">
            <a:avLst/>
          </a:prstGeom>
          <a:solidFill>
            <a:schemeClr val="bg1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Isosceles Triangle 107"/>
          <p:cNvSpPr/>
          <p:nvPr/>
        </p:nvSpPr>
        <p:spPr>
          <a:xfrm>
            <a:off x="5101583" y="812219"/>
            <a:ext cx="144000" cy="144000"/>
          </a:xfrm>
          <a:prstGeom prst="triangle">
            <a:avLst/>
          </a:prstGeom>
          <a:solidFill>
            <a:schemeClr val="bg1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9" name="Isosceles Triangle 108"/>
          <p:cNvSpPr/>
          <p:nvPr/>
        </p:nvSpPr>
        <p:spPr>
          <a:xfrm rot="16200000">
            <a:off x="4772498" y="1068449"/>
            <a:ext cx="144000" cy="144000"/>
          </a:xfrm>
          <a:prstGeom prst="triangle">
            <a:avLst/>
          </a:prstGeom>
          <a:solidFill>
            <a:schemeClr val="bg1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0" name="Isosceles Triangle 109"/>
          <p:cNvSpPr/>
          <p:nvPr/>
        </p:nvSpPr>
        <p:spPr>
          <a:xfrm rot="5400000">
            <a:off x="5434846" y="1085227"/>
            <a:ext cx="144000" cy="144000"/>
          </a:xfrm>
          <a:prstGeom prst="triangle">
            <a:avLst/>
          </a:prstGeom>
          <a:solidFill>
            <a:schemeClr val="bg1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TextBox 110"/>
          <p:cNvSpPr txBox="1"/>
          <p:nvPr/>
        </p:nvSpPr>
        <p:spPr>
          <a:xfrm>
            <a:off x="4960840" y="963291"/>
            <a:ext cx="425390" cy="307777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  <p:txBody>
          <a:bodyPr wrap="square" rtlCol="0">
            <a:spAutoFit/>
          </a:bodyPr>
          <a:lstStyle/>
          <a:p>
            <a:r>
              <a:rPr lang="en-US" sz="1400" b="1" dirty="0" smtClean="0">
                <a:solidFill>
                  <a:schemeClr val="bg1"/>
                </a:solidFill>
              </a:rPr>
              <a:t>OK</a:t>
            </a:r>
            <a:endParaRPr lang="en-IN" sz="1400" b="1" dirty="0">
              <a:solidFill>
                <a:schemeClr val="bg1"/>
              </a:solidFill>
            </a:endParaRPr>
          </a:p>
        </p:txBody>
      </p:sp>
      <p:cxnSp>
        <p:nvCxnSpPr>
          <p:cNvPr id="112" name="Straight Connector 111"/>
          <p:cNvCxnSpPr>
            <a:stCxn id="86" idx="1"/>
            <a:endCxn id="86" idx="3"/>
          </p:cNvCxnSpPr>
          <p:nvPr/>
        </p:nvCxnSpPr>
        <p:spPr>
          <a:xfrm>
            <a:off x="2952897" y="1178979"/>
            <a:ext cx="1344610" cy="0"/>
          </a:xfrm>
          <a:prstGeom prst="line">
            <a:avLst/>
          </a:prstGeom>
          <a:ln w="635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5182212" y="2032821"/>
            <a:ext cx="505267" cy="307777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  <p:txBody>
          <a:bodyPr wrap="none" rtlCol="0">
            <a:spAutoFit/>
          </a:bodyPr>
          <a:lstStyle/>
          <a:p>
            <a:r>
              <a:rPr lang="en-US" sz="1400" b="1" dirty="0" smtClean="0">
                <a:solidFill>
                  <a:schemeClr val="bg1"/>
                </a:solidFill>
              </a:rPr>
              <a:t>END</a:t>
            </a:r>
            <a:endParaRPr lang="en-IN" sz="1400" b="1" dirty="0">
              <a:solidFill>
                <a:schemeClr val="bg1"/>
              </a:solidFill>
            </a:endParaRPr>
          </a:p>
        </p:txBody>
      </p:sp>
      <p:sp>
        <p:nvSpPr>
          <p:cNvPr id="117" name="Rounded Rectangle 116"/>
          <p:cNvSpPr/>
          <p:nvPr/>
        </p:nvSpPr>
        <p:spPr>
          <a:xfrm>
            <a:off x="4187883" y="2097073"/>
            <a:ext cx="530850" cy="251209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8" name="TextBox 117"/>
          <p:cNvSpPr txBox="1"/>
          <p:nvPr/>
        </p:nvSpPr>
        <p:spPr>
          <a:xfrm>
            <a:off x="4134118" y="2068788"/>
            <a:ext cx="638380" cy="307777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  <p:txBody>
          <a:bodyPr wrap="none" rtlCol="0">
            <a:spAutoFit/>
          </a:bodyPr>
          <a:lstStyle/>
          <a:p>
            <a:r>
              <a:rPr lang="en-US" sz="1400" b="1" dirty="0" smtClean="0">
                <a:solidFill>
                  <a:schemeClr val="bg1"/>
                </a:solidFill>
              </a:rPr>
              <a:t>START</a:t>
            </a:r>
            <a:endParaRPr lang="en-IN" sz="1400" b="1" dirty="0">
              <a:solidFill>
                <a:schemeClr val="bg1"/>
              </a:solidFill>
            </a:endParaRPr>
          </a:p>
        </p:txBody>
      </p:sp>
      <p:sp>
        <p:nvSpPr>
          <p:cNvPr id="119" name="Isosceles Triangle 118"/>
          <p:cNvSpPr/>
          <p:nvPr/>
        </p:nvSpPr>
        <p:spPr>
          <a:xfrm rot="10800000">
            <a:off x="3034191" y="2294676"/>
            <a:ext cx="72000" cy="72000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1" name="Isosceles Triangle 120"/>
          <p:cNvSpPr/>
          <p:nvPr/>
        </p:nvSpPr>
        <p:spPr>
          <a:xfrm rot="10800000">
            <a:off x="3317215" y="2286308"/>
            <a:ext cx="72000" cy="72000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2" name="TextBox 121"/>
          <p:cNvSpPr txBox="1"/>
          <p:nvPr/>
        </p:nvSpPr>
        <p:spPr>
          <a:xfrm>
            <a:off x="3157797" y="1644562"/>
            <a:ext cx="10976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Modulator</a:t>
            </a:r>
            <a:endParaRPr lang="en-IN" sz="1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106" name="Straight Connector 105"/>
          <p:cNvCxnSpPr/>
          <p:nvPr/>
        </p:nvCxnSpPr>
        <p:spPr>
          <a:xfrm>
            <a:off x="2951266" y="1492167"/>
            <a:ext cx="336269" cy="0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/>
          <p:cNvCxnSpPr/>
          <p:nvPr/>
        </p:nvCxnSpPr>
        <p:spPr>
          <a:xfrm>
            <a:off x="3287535" y="869232"/>
            <a:ext cx="336269" cy="0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/>
          <p:cNvCxnSpPr/>
          <p:nvPr/>
        </p:nvCxnSpPr>
        <p:spPr>
          <a:xfrm>
            <a:off x="3962894" y="869232"/>
            <a:ext cx="336269" cy="0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/>
          <p:cNvCxnSpPr/>
          <p:nvPr/>
        </p:nvCxnSpPr>
        <p:spPr>
          <a:xfrm>
            <a:off x="3633416" y="1496313"/>
            <a:ext cx="336269" cy="0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/>
          <p:cNvCxnSpPr/>
          <p:nvPr/>
        </p:nvCxnSpPr>
        <p:spPr>
          <a:xfrm>
            <a:off x="3287535" y="863517"/>
            <a:ext cx="0" cy="635718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/>
          <p:cNvCxnSpPr/>
          <p:nvPr/>
        </p:nvCxnSpPr>
        <p:spPr>
          <a:xfrm>
            <a:off x="3979985" y="863517"/>
            <a:ext cx="0" cy="635718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/>
          <p:cNvCxnSpPr/>
          <p:nvPr/>
        </p:nvCxnSpPr>
        <p:spPr>
          <a:xfrm>
            <a:off x="3623804" y="866280"/>
            <a:ext cx="0" cy="635718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Rectangle 132">
            <a:extLst>
              <a:ext uri="{FF2B5EF4-FFF2-40B4-BE49-F238E27FC236}">
                <a16:creationId xmlns:a16="http://schemas.microsoft.com/office/drawing/2014/main" id="{6DA59A8D-6EBF-1772-4870-B37551FF0402}"/>
              </a:ext>
            </a:extLst>
          </p:cNvPr>
          <p:cNvSpPr/>
          <p:nvPr/>
        </p:nvSpPr>
        <p:spPr>
          <a:xfrm rot="2748279">
            <a:off x="599599" y="2982328"/>
            <a:ext cx="190800" cy="972000"/>
          </a:xfrm>
          <a:prstGeom prst="rect">
            <a:avLst/>
          </a:prstGeom>
          <a:solidFill>
            <a:schemeClr val="bg1">
              <a:lumMod val="65000"/>
            </a:schemeClr>
          </a:solidFill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18BC26C2-29DC-7421-05EE-D41DF5D70259}"/>
              </a:ext>
            </a:extLst>
          </p:cNvPr>
          <p:cNvSpPr txBox="1"/>
          <p:nvPr/>
        </p:nvSpPr>
        <p:spPr>
          <a:xfrm>
            <a:off x="1029411" y="3099283"/>
            <a:ext cx="1134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DM 2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82BDA20D-3277-C602-489A-44FCCB61B34F}"/>
              </a:ext>
            </a:extLst>
          </p:cNvPr>
          <p:cNvSpPr/>
          <p:nvPr/>
        </p:nvSpPr>
        <p:spPr>
          <a:xfrm rot="16200000">
            <a:off x="115468" y="4004319"/>
            <a:ext cx="1028241" cy="78186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ED23D3BE-05E3-B4CA-2AFD-A604C98F7A20}"/>
              </a:ext>
            </a:extLst>
          </p:cNvPr>
          <p:cNvSpPr/>
          <p:nvPr/>
        </p:nvSpPr>
        <p:spPr>
          <a:xfrm>
            <a:off x="590495" y="3532945"/>
            <a:ext cx="2124000" cy="78186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7" name="Straight Connector 136"/>
          <p:cNvCxnSpPr/>
          <p:nvPr/>
        </p:nvCxnSpPr>
        <p:spPr>
          <a:xfrm flipV="1">
            <a:off x="3898135" y="3793319"/>
            <a:ext cx="711289" cy="12556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/>
          <p:nvPr/>
        </p:nvCxnSpPr>
        <p:spPr>
          <a:xfrm flipV="1">
            <a:off x="3916614" y="3383592"/>
            <a:ext cx="692810" cy="15447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Flowchart: Delay 138">
            <a:extLst>
              <a:ext uri="{FF2B5EF4-FFF2-40B4-BE49-F238E27FC236}">
                <a16:creationId xmlns:a16="http://schemas.microsoft.com/office/drawing/2014/main" id="{C36D569D-CE53-B1E0-5018-D51B0DF9852E}"/>
              </a:ext>
            </a:extLst>
          </p:cNvPr>
          <p:cNvSpPr/>
          <p:nvPr/>
        </p:nvSpPr>
        <p:spPr>
          <a:xfrm>
            <a:off x="3716594" y="3342126"/>
            <a:ext cx="376354" cy="472968"/>
          </a:xfrm>
          <a:prstGeom prst="flowChartDelay">
            <a:avLst/>
          </a:prstGeom>
          <a:gradFill flip="none" rotWithShape="1">
            <a:gsLst>
              <a:gs pos="65000">
                <a:srgbClr val="F868D9"/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path path="circle">
              <a:fillToRect l="50000" t="-80000" r="50000" b="18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DBB3950B-126A-5500-AE12-440A359CA580}"/>
              </a:ext>
            </a:extLst>
          </p:cNvPr>
          <p:cNvGrpSpPr/>
          <p:nvPr/>
        </p:nvGrpSpPr>
        <p:grpSpPr>
          <a:xfrm>
            <a:off x="4329075" y="3323166"/>
            <a:ext cx="541801" cy="570016"/>
            <a:chOff x="8599052" y="1717102"/>
            <a:chExt cx="541801" cy="570016"/>
          </a:xfrm>
        </p:grpSpPr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E3B561DB-6CC4-7192-CD10-00AA2A71E334}"/>
                </a:ext>
              </a:extLst>
            </p:cNvPr>
            <p:cNvSpPr/>
            <p:nvPr/>
          </p:nvSpPr>
          <p:spPr>
            <a:xfrm>
              <a:off x="8617527" y="1754909"/>
              <a:ext cx="463000" cy="47951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BD5C922D-AC8F-D847-7182-E8695C0837E4}"/>
                </a:ext>
              </a:extLst>
            </p:cNvPr>
            <p:cNvCxnSpPr>
              <a:stCxn id="141" idx="0"/>
              <a:endCxn id="141" idx="4"/>
            </p:cNvCxnSpPr>
            <p:nvPr/>
          </p:nvCxnSpPr>
          <p:spPr>
            <a:xfrm>
              <a:off x="8849027" y="1754909"/>
              <a:ext cx="0" cy="4795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0205D202-1A22-9CEC-23E7-F8034D0786E3}"/>
                </a:ext>
              </a:extLst>
            </p:cNvPr>
            <p:cNvCxnSpPr>
              <a:stCxn id="141" idx="2"/>
              <a:endCxn id="141" idx="6"/>
            </p:cNvCxnSpPr>
            <p:nvPr/>
          </p:nvCxnSpPr>
          <p:spPr>
            <a:xfrm>
              <a:off x="8617527" y="1994668"/>
              <a:ext cx="463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92670BD8-CC16-73D3-CC6B-007FE3E41572}"/>
                </a:ext>
              </a:extLst>
            </p:cNvPr>
            <p:cNvSpPr txBox="1"/>
            <p:nvPr/>
          </p:nvSpPr>
          <p:spPr>
            <a:xfrm>
              <a:off x="8599052" y="1717102"/>
              <a:ext cx="2314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DC09F8FD-5852-0161-9C62-C15E8ED213AA}"/>
                </a:ext>
              </a:extLst>
            </p:cNvPr>
            <p:cNvSpPr txBox="1"/>
            <p:nvPr/>
          </p:nvSpPr>
          <p:spPr>
            <a:xfrm>
              <a:off x="8784367" y="1717102"/>
              <a:ext cx="2499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1809C7E6-3BD5-C84E-9F85-886F52B81974}"/>
                </a:ext>
              </a:extLst>
            </p:cNvPr>
            <p:cNvSpPr txBox="1"/>
            <p:nvPr/>
          </p:nvSpPr>
          <p:spPr>
            <a:xfrm>
              <a:off x="8599052" y="1915602"/>
              <a:ext cx="23149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8FBD681E-0026-ACA6-D22A-402F6D1A2EDC}"/>
                </a:ext>
              </a:extLst>
            </p:cNvPr>
            <p:cNvSpPr txBox="1"/>
            <p:nvPr/>
          </p:nvSpPr>
          <p:spPr>
            <a:xfrm>
              <a:off x="8778359" y="1917786"/>
              <a:ext cx="3624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</p:grpSp>
      <p:sp>
        <p:nvSpPr>
          <p:cNvPr id="148" name="Flowchart: Alternate Process 147">
            <a:extLst>
              <a:ext uri="{FF2B5EF4-FFF2-40B4-BE49-F238E27FC236}">
                <a16:creationId xmlns:a16="http://schemas.microsoft.com/office/drawing/2014/main" id="{63D205A4-3247-B7EB-61EF-C9E41E147AAA}"/>
              </a:ext>
            </a:extLst>
          </p:cNvPr>
          <p:cNvSpPr/>
          <p:nvPr/>
        </p:nvSpPr>
        <p:spPr>
          <a:xfrm>
            <a:off x="3663534" y="3305439"/>
            <a:ext cx="45719" cy="550853"/>
          </a:xfrm>
          <a:prstGeom prst="flowChartAlternateProcess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697E79C-CDE8-3F6B-0645-C0AD6158A5C6}"/>
              </a:ext>
            </a:extLst>
          </p:cNvPr>
          <p:cNvSpPr/>
          <p:nvPr/>
        </p:nvSpPr>
        <p:spPr>
          <a:xfrm>
            <a:off x="2647281" y="3533642"/>
            <a:ext cx="1028241" cy="78186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959524C5-D838-FBE7-3BA7-E5806E53674C}"/>
              </a:ext>
            </a:extLst>
          </p:cNvPr>
          <p:cNvGrpSpPr/>
          <p:nvPr/>
        </p:nvGrpSpPr>
        <p:grpSpPr>
          <a:xfrm>
            <a:off x="2204464" y="3294181"/>
            <a:ext cx="498877" cy="541761"/>
            <a:chOff x="9060453" y="2087139"/>
            <a:chExt cx="498877" cy="541761"/>
          </a:xfrm>
        </p:grpSpPr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C2CA88F9-84EB-51DB-FE63-9BE63B65F18D}"/>
                </a:ext>
              </a:extLst>
            </p:cNvPr>
            <p:cNvSpPr/>
            <p:nvPr/>
          </p:nvSpPr>
          <p:spPr>
            <a:xfrm rot="10800000">
              <a:off x="9060453" y="2087139"/>
              <a:ext cx="498877" cy="536427"/>
            </a:xfrm>
            <a:prstGeom prst="rect">
              <a:avLst/>
            </a:prstGeom>
            <a:gradFill>
              <a:gsLst>
                <a:gs pos="37000">
                  <a:srgbClr val="00B0F0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F1F43F87-A302-D477-56C8-13D8499322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60453" y="2087139"/>
              <a:ext cx="498877" cy="541761"/>
            </a:xfrm>
            <a:prstGeom prst="line">
              <a:avLst/>
            </a:prstGeom>
            <a:ln w="222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53" name="TextBox 152">
            <a:extLst>
              <a:ext uri="{FF2B5EF4-FFF2-40B4-BE49-F238E27FC236}">
                <a16:creationId xmlns:a16="http://schemas.microsoft.com/office/drawing/2014/main" id="{822CF5C9-E407-1743-FD1E-656E41F06E78}"/>
              </a:ext>
            </a:extLst>
          </p:cNvPr>
          <p:cNvSpPr txBox="1"/>
          <p:nvPr/>
        </p:nvSpPr>
        <p:spPr>
          <a:xfrm>
            <a:off x="2089223" y="3790703"/>
            <a:ext cx="867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PBS 2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12692FE6-FF4E-B266-42FF-9853AC46175E}"/>
              </a:ext>
            </a:extLst>
          </p:cNvPr>
          <p:cNvSpPr txBox="1"/>
          <p:nvPr/>
        </p:nvSpPr>
        <p:spPr>
          <a:xfrm>
            <a:off x="3932040" y="3856942"/>
            <a:ext cx="643478" cy="3808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QPD</a:t>
            </a:r>
          </a:p>
        </p:txBody>
      </p:sp>
    </p:spTree>
    <p:extLst>
      <p:ext uri="{BB962C8B-B14F-4D97-AF65-F5344CB8AC3E}">
        <p14:creationId xmlns:p14="http://schemas.microsoft.com/office/powerpoint/2010/main" val="17829840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693" y="4957652"/>
            <a:ext cx="2121592" cy="1225402"/>
          </a:xfrm>
          <a:prstGeom prst="rect">
            <a:avLst/>
          </a:prstGeom>
        </p:spPr>
      </p:pic>
      <p:sp>
        <p:nvSpPr>
          <p:cNvPr id="106" name="Rectangle 105">
            <a:extLst>
              <a:ext uri="{FF2B5EF4-FFF2-40B4-BE49-F238E27FC236}">
                <a16:creationId xmlns:a16="http://schemas.microsoft.com/office/drawing/2014/main" id="{551FC6B3-1B8B-B3CE-9867-1668127D72DD}"/>
              </a:ext>
            </a:extLst>
          </p:cNvPr>
          <p:cNvSpPr/>
          <p:nvPr/>
        </p:nvSpPr>
        <p:spPr>
          <a:xfrm>
            <a:off x="6086901" y="5682017"/>
            <a:ext cx="113732" cy="33209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51FC6B3-1B8B-B3CE-9867-1668127D72DD}"/>
              </a:ext>
            </a:extLst>
          </p:cNvPr>
          <p:cNvSpPr/>
          <p:nvPr/>
        </p:nvSpPr>
        <p:spPr>
          <a:xfrm>
            <a:off x="4933042" y="4215129"/>
            <a:ext cx="162000" cy="1296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7F4AA7-A56D-B756-61A2-17EC898A6A40}"/>
              </a:ext>
            </a:extLst>
          </p:cNvPr>
          <p:cNvSpPr/>
          <p:nvPr/>
        </p:nvSpPr>
        <p:spPr>
          <a:xfrm>
            <a:off x="6050088" y="1055078"/>
            <a:ext cx="197783" cy="28058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551FC6B3-1B8B-B3CE-9867-1668127D72DD}"/>
              </a:ext>
            </a:extLst>
          </p:cNvPr>
          <p:cNvSpPr/>
          <p:nvPr/>
        </p:nvSpPr>
        <p:spPr>
          <a:xfrm rot="16200000">
            <a:off x="4812843" y="4475525"/>
            <a:ext cx="162000" cy="2160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 rot="5902382">
            <a:off x="9305917" y="4603002"/>
            <a:ext cx="578026" cy="513141"/>
          </a:xfrm>
          <a:custGeom>
            <a:avLst/>
            <a:gdLst>
              <a:gd name="connsiteX0" fmla="*/ 0 w 761273"/>
              <a:gd name="connsiteY0" fmla="*/ 0 h 783772"/>
              <a:gd name="connsiteX1" fmla="*/ 200967 w 761273"/>
              <a:gd name="connsiteY1" fmla="*/ 180871 h 783772"/>
              <a:gd name="connsiteX2" fmla="*/ 643094 w 761273"/>
              <a:gd name="connsiteY2" fmla="*/ 211016 h 783772"/>
              <a:gd name="connsiteX3" fmla="*/ 753626 w 761273"/>
              <a:gd name="connsiteY3" fmla="*/ 472273 h 783772"/>
              <a:gd name="connsiteX4" fmla="*/ 482321 w 761273"/>
              <a:gd name="connsiteY4" fmla="*/ 783772 h 783772"/>
              <a:gd name="connsiteX5" fmla="*/ 482321 w 761273"/>
              <a:gd name="connsiteY5" fmla="*/ 783772 h 783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1273" h="783772">
                <a:moveTo>
                  <a:pt x="0" y="0"/>
                </a:moveTo>
                <a:cubicBezTo>
                  <a:pt x="46892" y="72851"/>
                  <a:pt x="93785" y="145702"/>
                  <a:pt x="200967" y="180871"/>
                </a:cubicBezTo>
                <a:cubicBezTo>
                  <a:pt x="308149" y="216040"/>
                  <a:pt x="550984" y="162449"/>
                  <a:pt x="643094" y="211016"/>
                </a:cubicBezTo>
                <a:cubicBezTo>
                  <a:pt x="735204" y="259583"/>
                  <a:pt x="780421" y="376814"/>
                  <a:pt x="753626" y="472273"/>
                </a:cubicBezTo>
                <a:cubicBezTo>
                  <a:pt x="726831" y="567732"/>
                  <a:pt x="482321" y="783772"/>
                  <a:pt x="482321" y="783772"/>
                </a:cubicBezTo>
                <a:lnTo>
                  <a:pt x="482321" y="783772"/>
                </a:lnTo>
              </a:path>
            </a:pathLst>
          </a:cu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67" name="Group 66"/>
          <p:cNvGrpSpPr/>
          <p:nvPr/>
        </p:nvGrpSpPr>
        <p:grpSpPr>
          <a:xfrm rot="10800000">
            <a:off x="7464689" y="5806866"/>
            <a:ext cx="411480" cy="707272"/>
            <a:chOff x="5054366" y="6231879"/>
            <a:chExt cx="411480" cy="707272"/>
          </a:xfrm>
        </p:grpSpPr>
        <p:sp>
          <p:nvSpPr>
            <p:cNvPr id="8" name="Cylinder 7">
              <a:extLst>
                <a:ext uri="{FF2B5EF4-FFF2-40B4-BE49-F238E27FC236}">
                  <a16:creationId xmlns:a16="http://schemas.microsoft.com/office/drawing/2014/main" id="{A728E802-DB44-B94E-AF27-F00A242A2AA7}"/>
                </a:ext>
              </a:extLst>
            </p:cNvPr>
            <p:cNvSpPr/>
            <p:nvPr/>
          </p:nvSpPr>
          <p:spPr>
            <a:xfrm rot="10800000">
              <a:off x="5054366" y="6232186"/>
              <a:ext cx="411480" cy="649224"/>
            </a:xfrm>
            <a:prstGeom prst="can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0466FCD-E399-4182-99DB-B32569F72CB8}"/>
                </a:ext>
              </a:extLst>
            </p:cNvPr>
            <p:cNvSpPr/>
            <p:nvPr/>
          </p:nvSpPr>
          <p:spPr>
            <a:xfrm rot="16200000">
              <a:off x="4981706" y="6424480"/>
              <a:ext cx="548640" cy="163437"/>
            </a:xfrm>
            <a:prstGeom prst="rect">
              <a:avLst/>
            </a:prstGeom>
            <a:gradFill>
              <a:gsLst>
                <a:gs pos="53000">
                  <a:srgbClr val="FF0000"/>
                </a:gs>
                <a:gs pos="89000">
                  <a:schemeClr val="accent1">
                    <a:lumMod val="45000"/>
                    <a:lumOff val="55000"/>
                  </a:schemeClr>
                </a:gs>
                <a:gs pos="9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E08198C-A32F-1C54-60FC-1990EF0BBB6C}"/>
                </a:ext>
              </a:extLst>
            </p:cNvPr>
            <p:cNvSpPr/>
            <p:nvPr/>
          </p:nvSpPr>
          <p:spPr>
            <a:xfrm rot="16200000">
              <a:off x="5172649" y="6757194"/>
              <a:ext cx="166347" cy="197567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Freeform 6"/>
          <p:cNvSpPr/>
          <p:nvPr/>
        </p:nvSpPr>
        <p:spPr>
          <a:xfrm rot="5400000">
            <a:off x="9324265" y="4541479"/>
            <a:ext cx="394118" cy="464549"/>
          </a:xfrm>
          <a:custGeom>
            <a:avLst/>
            <a:gdLst>
              <a:gd name="connsiteX0" fmla="*/ 16408 w 699578"/>
              <a:gd name="connsiteY0" fmla="*/ 0 h 905486"/>
              <a:gd name="connsiteX1" fmla="*/ 76698 w 699578"/>
              <a:gd name="connsiteY1" fmla="*/ 311499 h 905486"/>
              <a:gd name="connsiteX2" fmla="*/ 619309 w 699578"/>
              <a:gd name="connsiteY2" fmla="*/ 592853 h 905486"/>
              <a:gd name="connsiteX3" fmla="*/ 659502 w 699578"/>
              <a:gd name="connsiteY3" fmla="*/ 864159 h 905486"/>
              <a:gd name="connsiteX4" fmla="*/ 257568 w 699578"/>
              <a:gd name="connsiteY4" fmla="*/ 904352 h 905486"/>
              <a:gd name="connsiteX5" fmla="*/ 257568 w 699578"/>
              <a:gd name="connsiteY5" fmla="*/ 904352 h 905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9578" h="905486">
                <a:moveTo>
                  <a:pt x="16408" y="0"/>
                </a:moveTo>
                <a:cubicBezTo>
                  <a:pt x="-3689" y="106345"/>
                  <a:pt x="-23785" y="212690"/>
                  <a:pt x="76698" y="311499"/>
                </a:cubicBezTo>
                <a:cubicBezTo>
                  <a:pt x="177181" y="410308"/>
                  <a:pt x="522175" y="500743"/>
                  <a:pt x="619309" y="592853"/>
                </a:cubicBezTo>
                <a:cubicBezTo>
                  <a:pt x="716443" y="684963"/>
                  <a:pt x="719792" y="812243"/>
                  <a:pt x="659502" y="864159"/>
                </a:cubicBezTo>
                <a:cubicBezTo>
                  <a:pt x="599212" y="916075"/>
                  <a:pt x="257568" y="904352"/>
                  <a:pt x="257568" y="904352"/>
                </a:cubicBezTo>
                <a:lnTo>
                  <a:pt x="257568" y="904352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D67FBB1-94B0-B530-E10E-B31F48D2B026}"/>
              </a:ext>
            </a:extLst>
          </p:cNvPr>
          <p:cNvSpPr txBox="1"/>
          <p:nvPr/>
        </p:nvSpPr>
        <p:spPr>
          <a:xfrm>
            <a:off x="5885153" y="503644"/>
            <a:ext cx="7109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1FC6B3-1B8B-B3CE-9867-1668127D72DD}"/>
              </a:ext>
            </a:extLst>
          </p:cNvPr>
          <p:cNvSpPr/>
          <p:nvPr/>
        </p:nvSpPr>
        <p:spPr>
          <a:xfrm>
            <a:off x="6049059" y="3828391"/>
            <a:ext cx="198000" cy="149878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9" name="Group 48"/>
          <p:cNvGrpSpPr/>
          <p:nvPr/>
        </p:nvGrpSpPr>
        <p:grpSpPr>
          <a:xfrm>
            <a:off x="5692582" y="843945"/>
            <a:ext cx="941832" cy="204947"/>
            <a:chOff x="5662928" y="112249"/>
            <a:chExt cx="941832" cy="20494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892BE65-342D-D247-B1D4-1FDED00B63FB}"/>
                </a:ext>
              </a:extLst>
            </p:cNvPr>
            <p:cNvSpPr/>
            <p:nvPr/>
          </p:nvSpPr>
          <p:spPr>
            <a:xfrm>
              <a:off x="5817587" y="271477"/>
              <a:ext cx="594360" cy="45719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lowchart: Terminator 13">
              <a:extLst>
                <a:ext uri="{FF2B5EF4-FFF2-40B4-BE49-F238E27FC236}">
                  <a16:creationId xmlns:a16="http://schemas.microsoft.com/office/drawing/2014/main" id="{FBA97B87-1DB8-6A0C-6C8A-7BD8CDC48AD8}"/>
                </a:ext>
              </a:extLst>
            </p:cNvPr>
            <p:cNvSpPr/>
            <p:nvPr/>
          </p:nvSpPr>
          <p:spPr>
            <a:xfrm>
              <a:off x="5662928" y="112249"/>
              <a:ext cx="941832" cy="137938"/>
            </a:xfrm>
            <a:prstGeom prst="flowChartTerminator">
              <a:avLst/>
            </a:prstGeom>
            <a:gradFill>
              <a:gsLst>
                <a:gs pos="23000">
                  <a:schemeClr val="accent6">
                    <a:lumMod val="60000"/>
                    <a:lumOff val="40000"/>
                  </a:schemeClr>
                </a:gs>
                <a:gs pos="0">
                  <a:schemeClr val="accent2">
                    <a:lumMod val="75000"/>
                  </a:schemeClr>
                </a:gs>
                <a:gs pos="11000">
                  <a:schemeClr val="accent5">
                    <a:lumMod val="75000"/>
                  </a:schemeClr>
                </a:gs>
                <a:gs pos="9000">
                  <a:schemeClr val="accent2">
                    <a:lumMod val="75000"/>
                  </a:schemeClr>
                </a:gs>
                <a:gs pos="45000">
                  <a:schemeClr val="accent2">
                    <a:lumMod val="20000"/>
                    <a:lumOff val="80000"/>
                  </a:schemeClr>
                </a:gs>
              </a:gsLst>
              <a:lin ang="6600000" scaled="0"/>
            </a:gradFill>
            <a:effectLst>
              <a:glow>
                <a:schemeClr val="accent1"/>
              </a:glow>
              <a:softEdge rad="0"/>
            </a:effectLst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C100469-4557-27C6-F166-FF80FA8AAC40}"/>
              </a:ext>
            </a:extLst>
          </p:cNvPr>
          <p:cNvCxnSpPr/>
          <p:nvPr/>
        </p:nvCxnSpPr>
        <p:spPr>
          <a:xfrm>
            <a:off x="5479699" y="2795752"/>
            <a:ext cx="1404004" cy="9807"/>
          </a:xfrm>
          <a:prstGeom prst="line">
            <a:avLst/>
          </a:prstGeom>
          <a:ln w="635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26000">
                  <a:srgbClr val="7030A0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scene3d>
            <a:camera prst="orthographicFront"/>
            <a:lightRig rig="harsh" dir="t"/>
          </a:scene3d>
          <a:sp3d prstMaterial="powder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Cylinder 14">
            <a:extLst>
              <a:ext uri="{FF2B5EF4-FFF2-40B4-BE49-F238E27FC236}">
                <a16:creationId xmlns:a16="http://schemas.microsoft.com/office/drawing/2014/main" id="{ED7DD9EE-001C-040B-FF7E-ED62568A9342}"/>
              </a:ext>
            </a:extLst>
          </p:cNvPr>
          <p:cNvSpPr/>
          <p:nvPr/>
        </p:nvSpPr>
        <p:spPr>
          <a:xfrm rot="16200000">
            <a:off x="8865170" y="4552673"/>
            <a:ext cx="411480" cy="649224"/>
          </a:xfrm>
          <a:prstGeom prst="can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D1DFDEA-B46A-62DC-DAA3-826696DD817D}"/>
              </a:ext>
            </a:extLst>
          </p:cNvPr>
          <p:cNvSpPr/>
          <p:nvPr/>
        </p:nvSpPr>
        <p:spPr>
          <a:xfrm>
            <a:off x="8854904" y="4796579"/>
            <a:ext cx="548640" cy="163437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18C0119-6AAE-CB6C-EF9A-0FAEFE930AFA}"/>
              </a:ext>
            </a:extLst>
          </p:cNvPr>
          <p:cNvSpPr/>
          <p:nvPr/>
        </p:nvSpPr>
        <p:spPr>
          <a:xfrm>
            <a:off x="8688557" y="4783454"/>
            <a:ext cx="166347" cy="1975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4109CF9-060C-C47F-EC2B-C975FA8AA455}"/>
              </a:ext>
            </a:extLst>
          </p:cNvPr>
          <p:cNvSpPr/>
          <p:nvPr/>
        </p:nvSpPr>
        <p:spPr>
          <a:xfrm rot="16200000">
            <a:off x="5534034" y="4247726"/>
            <a:ext cx="1236749" cy="79250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C9D3B27-C009-5381-DDCA-61E59212A18E}"/>
              </a:ext>
            </a:extLst>
          </p:cNvPr>
          <p:cNvGrpSpPr/>
          <p:nvPr/>
        </p:nvGrpSpPr>
        <p:grpSpPr>
          <a:xfrm>
            <a:off x="5901662" y="2868411"/>
            <a:ext cx="498877" cy="990445"/>
            <a:chOff x="5169282" y="2604805"/>
            <a:chExt cx="498877" cy="990445"/>
          </a:xfrm>
        </p:grpSpPr>
        <p:sp>
          <p:nvSpPr>
            <p:cNvPr id="40" name="Flowchart: Alternate Process 39">
              <a:extLst>
                <a:ext uri="{FF2B5EF4-FFF2-40B4-BE49-F238E27FC236}">
                  <a16:creationId xmlns:a16="http://schemas.microsoft.com/office/drawing/2014/main" id="{5D987AC9-B0EC-CDC9-9B15-DDA23116AB77}"/>
                </a:ext>
              </a:extLst>
            </p:cNvPr>
            <p:cNvSpPr/>
            <p:nvPr/>
          </p:nvSpPr>
          <p:spPr>
            <a:xfrm>
              <a:off x="5169282" y="2948311"/>
              <a:ext cx="498877" cy="646939"/>
            </a:xfrm>
            <a:prstGeom prst="flowChartAlternateProcess">
              <a:avLst/>
            </a:prstGeom>
            <a:gradFill>
              <a:gsLst>
                <a:gs pos="50000">
                  <a:schemeClr val="accent6">
                    <a:lumMod val="60000"/>
                    <a:lumOff val="40000"/>
                  </a:schemeClr>
                </a:gs>
                <a:gs pos="100000">
                  <a:schemeClr val="tx1"/>
                </a:gs>
                <a:gs pos="0">
                  <a:schemeClr val="tx1"/>
                </a:gs>
                <a:gs pos="100000">
                  <a:schemeClr val="tx1"/>
                </a:gs>
              </a:gsLst>
              <a:lin ang="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Isosceles Triangle 41">
              <a:extLst>
                <a:ext uri="{FF2B5EF4-FFF2-40B4-BE49-F238E27FC236}">
                  <a16:creationId xmlns:a16="http://schemas.microsoft.com/office/drawing/2014/main" id="{523C3B16-A42F-909E-DDAA-205336531436}"/>
                </a:ext>
              </a:extLst>
            </p:cNvPr>
            <p:cNvSpPr/>
            <p:nvPr/>
          </p:nvSpPr>
          <p:spPr>
            <a:xfrm>
              <a:off x="5336398" y="2604805"/>
              <a:ext cx="152911" cy="228472"/>
            </a:xfrm>
            <a:prstGeom prst="triangle">
              <a:avLst/>
            </a:prstGeom>
            <a:gradFill>
              <a:gsLst>
                <a:gs pos="53000">
                  <a:srgbClr val="FF0000"/>
                </a:gs>
                <a:gs pos="89000">
                  <a:schemeClr val="accent1">
                    <a:lumMod val="45000"/>
                    <a:lumOff val="55000"/>
                  </a:schemeClr>
                </a:gs>
                <a:gs pos="9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lowchart: Alternate Process 40">
              <a:extLst>
                <a:ext uri="{FF2B5EF4-FFF2-40B4-BE49-F238E27FC236}">
                  <a16:creationId xmlns:a16="http://schemas.microsoft.com/office/drawing/2014/main" id="{D04B4C1B-0607-9C16-D68C-C07C77F6172D}"/>
                </a:ext>
              </a:extLst>
            </p:cNvPr>
            <p:cNvSpPr/>
            <p:nvPr/>
          </p:nvSpPr>
          <p:spPr>
            <a:xfrm>
              <a:off x="5237472" y="2785147"/>
              <a:ext cx="362495" cy="185964"/>
            </a:xfrm>
            <a:prstGeom prst="flowChartAlternateProcess">
              <a:avLst/>
            </a:prstGeom>
            <a:gradFill>
              <a:gsLst>
                <a:gs pos="50000">
                  <a:schemeClr val="accent6">
                    <a:lumMod val="60000"/>
                    <a:lumOff val="40000"/>
                  </a:schemeClr>
                </a:gs>
                <a:gs pos="100000">
                  <a:schemeClr val="tx1"/>
                </a:gs>
                <a:gs pos="0">
                  <a:schemeClr val="tx1"/>
                </a:gs>
                <a:gs pos="100000">
                  <a:schemeClr val="tx1"/>
                </a:gs>
              </a:gsLst>
              <a:lin ang="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E2FFBA9-ED02-8344-4F04-9370964FCF71}"/>
              </a:ext>
            </a:extLst>
          </p:cNvPr>
          <p:cNvGrpSpPr/>
          <p:nvPr/>
        </p:nvGrpSpPr>
        <p:grpSpPr>
          <a:xfrm rot="10800000">
            <a:off x="5893964" y="1782099"/>
            <a:ext cx="498877" cy="990445"/>
            <a:chOff x="5164295" y="2637630"/>
            <a:chExt cx="498877" cy="990445"/>
          </a:xfrm>
        </p:grpSpPr>
        <p:sp>
          <p:nvSpPr>
            <p:cNvPr id="45" name="Flowchart: Alternate Process 44">
              <a:extLst>
                <a:ext uri="{FF2B5EF4-FFF2-40B4-BE49-F238E27FC236}">
                  <a16:creationId xmlns:a16="http://schemas.microsoft.com/office/drawing/2014/main" id="{A86B3D0C-D7AA-F58F-5735-84FE6867AAF1}"/>
                </a:ext>
              </a:extLst>
            </p:cNvPr>
            <p:cNvSpPr/>
            <p:nvPr/>
          </p:nvSpPr>
          <p:spPr>
            <a:xfrm>
              <a:off x="5164295" y="2981136"/>
              <a:ext cx="498877" cy="646939"/>
            </a:xfrm>
            <a:prstGeom prst="flowChartAlternateProcess">
              <a:avLst/>
            </a:prstGeom>
            <a:gradFill>
              <a:gsLst>
                <a:gs pos="50000">
                  <a:schemeClr val="accent6">
                    <a:lumMod val="60000"/>
                    <a:lumOff val="40000"/>
                  </a:schemeClr>
                </a:gs>
                <a:gs pos="100000">
                  <a:schemeClr val="tx1"/>
                </a:gs>
                <a:gs pos="0">
                  <a:schemeClr val="tx1"/>
                </a:gs>
                <a:gs pos="100000">
                  <a:schemeClr val="tx1"/>
                </a:gs>
              </a:gsLst>
              <a:lin ang="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3ACFBA19-4723-12D1-B2B3-FFA8DDA77743}"/>
                </a:ext>
              </a:extLst>
            </p:cNvPr>
            <p:cNvSpPr/>
            <p:nvPr/>
          </p:nvSpPr>
          <p:spPr>
            <a:xfrm>
              <a:off x="5331411" y="2637630"/>
              <a:ext cx="152911" cy="228472"/>
            </a:xfrm>
            <a:prstGeom prst="triangle">
              <a:avLst/>
            </a:prstGeom>
            <a:gradFill>
              <a:gsLst>
                <a:gs pos="53000">
                  <a:srgbClr val="FF0000"/>
                </a:gs>
                <a:gs pos="89000">
                  <a:schemeClr val="accent1">
                    <a:lumMod val="45000"/>
                    <a:lumOff val="55000"/>
                  </a:schemeClr>
                </a:gs>
                <a:gs pos="9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lowchart: Alternate Process 46">
              <a:extLst>
                <a:ext uri="{FF2B5EF4-FFF2-40B4-BE49-F238E27FC236}">
                  <a16:creationId xmlns:a16="http://schemas.microsoft.com/office/drawing/2014/main" id="{B4F4F318-5252-6235-7420-B8CB1A68D089}"/>
                </a:ext>
              </a:extLst>
            </p:cNvPr>
            <p:cNvSpPr/>
            <p:nvPr/>
          </p:nvSpPr>
          <p:spPr>
            <a:xfrm>
              <a:off x="5232485" y="2817972"/>
              <a:ext cx="362495" cy="185964"/>
            </a:xfrm>
            <a:prstGeom prst="flowChartAlternateProcess">
              <a:avLst/>
            </a:prstGeom>
            <a:gradFill>
              <a:gsLst>
                <a:gs pos="50000">
                  <a:schemeClr val="accent6">
                    <a:lumMod val="60000"/>
                    <a:lumOff val="40000"/>
                  </a:schemeClr>
                </a:gs>
                <a:gs pos="100000">
                  <a:schemeClr val="tx1"/>
                </a:gs>
                <a:gs pos="0">
                  <a:schemeClr val="tx1"/>
                </a:gs>
                <a:gs pos="100000">
                  <a:schemeClr val="tx1"/>
                </a:gs>
              </a:gsLst>
              <a:lin ang="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9DF5ECC0-1497-DDF9-BBF9-35DA6071AD4A}"/>
              </a:ext>
            </a:extLst>
          </p:cNvPr>
          <p:cNvSpPr/>
          <p:nvPr/>
        </p:nvSpPr>
        <p:spPr>
          <a:xfrm rot="10800000">
            <a:off x="6138970" y="4844485"/>
            <a:ext cx="2664000" cy="79250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C0683C-3A2B-3237-AD8D-6BFD1CB8D6F9}"/>
              </a:ext>
            </a:extLst>
          </p:cNvPr>
          <p:cNvSpPr/>
          <p:nvPr/>
        </p:nvSpPr>
        <p:spPr>
          <a:xfrm rot="18746997">
            <a:off x="6053437" y="4512387"/>
            <a:ext cx="144000" cy="756000"/>
          </a:xfrm>
          <a:prstGeom prst="rect">
            <a:avLst/>
          </a:prstGeom>
          <a:solidFill>
            <a:schemeClr val="bg1">
              <a:lumMod val="65000"/>
            </a:schemeClr>
          </a:solidFill>
          <a:scene3d>
            <a:camera prst="orthographicFront"/>
            <a:lightRig rig="threePt" dir="t"/>
          </a:scene3d>
          <a:sp3d>
            <a:bevelT prst="angle"/>
            <a:bevelB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41BBA5A-FE01-90AA-692A-A69A6527CE33}"/>
              </a:ext>
            </a:extLst>
          </p:cNvPr>
          <p:cNvSpPr txBox="1"/>
          <p:nvPr/>
        </p:nvSpPr>
        <p:spPr>
          <a:xfrm>
            <a:off x="6341982" y="1552676"/>
            <a:ext cx="17070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Condenser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(10X, 0.25NA)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875F6A0-2E1C-26EA-4D3C-737F3B4D4D1F}"/>
              </a:ext>
            </a:extLst>
          </p:cNvPr>
          <p:cNvSpPr txBox="1"/>
          <p:nvPr/>
        </p:nvSpPr>
        <p:spPr>
          <a:xfrm>
            <a:off x="6350514" y="3413579"/>
            <a:ext cx="1584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(100X, 1.3NA)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3181888-A1C8-0611-A2B7-3ACD423B2EEE}"/>
              </a:ext>
            </a:extLst>
          </p:cNvPr>
          <p:cNvSpPr txBox="1"/>
          <p:nvPr/>
        </p:nvSpPr>
        <p:spPr>
          <a:xfrm>
            <a:off x="6188453" y="4485277"/>
            <a:ext cx="679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DM1 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48B0CBC-D8E9-2156-AFF5-B14A735427E5}"/>
              </a:ext>
            </a:extLst>
          </p:cNvPr>
          <p:cNvSpPr txBox="1"/>
          <p:nvPr/>
        </p:nvSpPr>
        <p:spPr>
          <a:xfrm>
            <a:off x="5685329" y="6386981"/>
            <a:ext cx="1092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Camera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0E2F301-84CD-72CE-A4DD-F8BD2D56E74D}"/>
              </a:ext>
            </a:extLst>
          </p:cNvPr>
          <p:cNvSpPr txBox="1"/>
          <p:nvPr/>
        </p:nvSpPr>
        <p:spPr>
          <a:xfrm>
            <a:off x="2956392" y="2552614"/>
            <a:ext cx="1473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Sample 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tage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B57C009-F9C2-32ED-9407-725EB29110F7}"/>
              </a:ext>
            </a:extLst>
          </p:cNvPr>
          <p:cNvSpPr txBox="1"/>
          <p:nvPr/>
        </p:nvSpPr>
        <p:spPr>
          <a:xfrm>
            <a:off x="8548851" y="5036289"/>
            <a:ext cx="11607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Laser 1</a:t>
            </a:r>
          </a:p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(1064 nm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7407698" y="4221344"/>
            <a:ext cx="831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PBS </a:t>
            </a:r>
          </a:p>
        </p:txBody>
      </p:sp>
      <p:sp>
        <p:nvSpPr>
          <p:cNvPr id="4" name="Oval 3"/>
          <p:cNvSpPr/>
          <p:nvPr/>
        </p:nvSpPr>
        <p:spPr>
          <a:xfrm>
            <a:off x="8172827" y="4662020"/>
            <a:ext cx="212118" cy="443619"/>
          </a:xfrm>
          <a:prstGeom prst="ellipse">
            <a:avLst/>
          </a:prstGeom>
          <a:solidFill>
            <a:schemeClr val="accent5">
              <a:lumMod val="20000"/>
              <a:lumOff val="80000"/>
              <a:alpha val="95000"/>
            </a:schemeClr>
          </a:solidFill>
          <a:ln>
            <a:solidFill>
              <a:schemeClr val="accent1">
                <a:shade val="50000"/>
                <a:alpha val="82000"/>
              </a:schemeClr>
            </a:solidFill>
          </a:ln>
          <a:scene3d>
            <a:camera prst="orthographicFront">
              <a:rot lat="0" lon="2700000" rev="0"/>
            </a:camera>
            <a:lightRig rig="threePt" dir="t"/>
          </a:scene3d>
          <a:sp3d>
            <a:bevelT prst="angle"/>
            <a:bevelB prst="convex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46BBCDC-0662-8848-38BF-AA907006025B}"/>
              </a:ext>
            </a:extLst>
          </p:cNvPr>
          <p:cNvSpPr/>
          <p:nvPr/>
        </p:nvSpPr>
        <p:spPr>
          <a:xfrm rot="5400000">
            <a:off x="7168438" y="5355710"/>
            <a:ext cx="1015762" cy="72000"/>
          </a:xfrm>
          <a:prstGeom prst="rect">
            <a:avLst/>
          </a:prstGeom>
          <a:gradFill>
            <a:gsLst>
              <a:gs pos="3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C0AEB34-B8D9-F3EA-C9D7-293064C3137F}"/>
              </a:ext>
            </a:extLst>
          </p:cNvPr>
          <p:cNvSpPr txBox="1"/>
          <p:nvPr/>
        </p:nvSpPr>
        <p:spPr>
          <a:xfrm>
            <a:off x="7808335" y="5815875"/>
            <a:ext cx="12045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Laser 2</a:t>
            </a:r>
          </a:p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(975 nm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7951599" y="4340584"/>
            <a:ext cx="882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HWP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7839604" y="5232627"/>
            <a:ext cx="909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HWP 2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6D4E28C-F24E-EB6A-B8CC-8428E74DB16D}"/>
              </a:ext>
            </a:extLst>
          </p:cNvPr>
          <p:cNvGrpSpPr/>
          <p:nvPr/>
        </p:nvGrpSpPr>
        <p:grpSpPr>
          <a:xfrm>
            <a:off x="7417947" y="4557536"/>
            <a:ext cx="498877" cy="541761"/>
            <a:chOff x="9060453" y="2087139"/>
            <a:chExt cx="498877" cy="541761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ED9F5FC-1B6D-C71E-62BE-7B0FFD093EB6}"/>
                </a:ext>
              </a:extLst>
            </p:cNvPr>
            <p:cNvSpPr/>
            <p:nvPr/>
          </p:nvSpPr>
          <p:spPr>
            <a:xfrm rot="10800000">
              <a:off x="9060453" y="2087139"/>
              <a:ext cx="498877" cy="536427"/>
            </a:xfrm>
            <a:prstGeom prst="rect">
              <a:avLst/>
            </a:prstGeom>
            <a:gradFill>
              <a:gsLst>
                <a:gs pos="72000">
                  <a:srgbClr val="00B0F0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effectLst>
              <a:innerShdw blurRad="63500" dist="50800" dir="2700000">
                <a:prstClr val="black">
                  <a:alpha val="50000"/>
                </a:prstClr>
              </a:inn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7F8053E-FCF7-23A2-0964-892BC29A1B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60453" y="2087139"/>
              <a:ext cx="498877" cy="541761"/>
            </a:xfrm>
            <a:prstGeom prst="line">
              <a:avLst/>
            </a:prstGeom>
            <a:ln w="22225"/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26D4E28C-F24E-EB6A-B8CC-8428E74DB16D}"/>
              </a:ext>
            </a:extLst>
          </p:cNvPr>
          <p:cNvGrpSpPr/>
          <p:nvPr/>
        </p:nvGrpSpPr>
        <p:grpSpPr>
          <a:xfrm>
            <a:off x="5943034" y="5329658"/>
            <a:ext cx="381620" cy="349344"/>
            <a:chOff x="9223953" y="2737866"/>
            <a:chExt cx="435749" cy="378495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4ED9F5FC-1B6D-C71E-62BE-7B0FFD093EB6}"/>
                </a:ext>
              </a:extLst>
            </p:cNvPr>
            <p:cNvSpPr/>
            <p:nvPr/>
          </p:nvSpPr>
          <p:spPr>
            <a:xfrm rot="10800000">
              <a:off x="9223954" y="2737866"/>
              <a:ext cx="435748" cy="378495"/>
            </a:xfrm>
            <a:prstGeom prst="rect">
              <a:avLst/>
            </a:prstGeom>
            <a:gradFill>
              <a:gsLst>
                <a:gs pos="72000">
                  <a:schemeClr val="bg2">
                    <a:lumMod val="50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effectLst>
              <a:innerShdw blurRad="63500" dist="50800" dir="2700000">
                <a:prstClr val="black">
                  <a:alpha val="50000"/>
                </a:prstClr>
              </a:inn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C7F8053E-FCF7-23A2-0964-892BC29A1B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23953" y="2748942"/>
              <a:ext cx="435749" cy="367418"/>
            </a:xfrm>
            <a:prstGeom prst="line">
              <a:avLst/>
            </a:prstGeom>
            <a:ln w="22225"/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8" name="Group 27"/>
          <p:cNvGrpSpPr/>
          <p:nvPr/>
        </p:nvGrpSpPr>
        <p:grpSpPr>
          <a:xfrm>
            <a:off x="5747147" y="5873365"/>
            <a:ext cx="812800" cy="629018"/>
            <a:chOff x="2227291" y="4347997"/>
            <a:chExt cx="812800" cy="629018"/>
          </a:xfrm>
        </p:grpSpPr>
        <p:grpSp>
          <p:nvGrpSpPr>
            <p:cNvPr id="26" name="Group 25"/>
            <p:cNvGrpSpPr/>
            <p:nvPr/>
          </p:nvGrpSpPr>
          <p:grpSpPr>
            <a:xfrm>
              <a:off x="2227291" y="4347997"/>
              <a:ext cx="812800" cy="629018"/>
              <a:chOff x="2227291" y="4347997"/>
              <a:chExt cx="812800" cy="629018"/>
            </a:xfrm>
          </p:grpSpPr>
          <p:sp>
            <p:nvSpPr>
              <p:cNvPr id="25" name="Isosceles Triangle 24"/>
              <p:cNvSpPr/>
              <p:nvPr/>
            </p:nvSpPr>
            <p:spPr>
              <a:xfrm rot="10800000">
                <a:off x="2423874" y="4347997"/>
                <a:ext cx="411982" cy="217371"/>
              </a:xfrm>
              <a:prstGeom prst="triangle">
                <a:avLst/>
              </a:prstGeom>
              <a:gradFill>
                <a:gsLst>
                  <a:gs pos="34000">
                    <a:schemeClr val="bg1">
                      <a:lumMod val="92000"/>
                    </a:schemeClr>
                  </a:gs>
                  <a:gs pos="100000">
                    <a:schemeClr val="tx1"/>
                  </a:gs>
                  <a:gs pos="9000">
                    <a:schemeClr val="tx1"/>
                  </a:gs>
                  <a:gs pos="51000">
                    <a:schemeClr val="accent1">
                      <a:lumMod val="30000"/>
                      <a:lumOff val="70000"/>
                    </a:schemeClr>
                  </a:gs>
                </a:gsLst>
                <a:lin ang="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94" name="Rectangle: Rounded Corners 36">
                <a:extLst>
                  <a:ext uri="{FF2B5EF4-FFF2-40B4-BE49-F238E27FC236}">
                    <a16:creationId xmlns:a16="http://schemas.microsoft.com/office/drawing/2014/main" id="{D7251CCE-40A9-7186-3FEA-EA2B92A557BB}"/>
                  </a:ext>
                </a:extLst>
              </p:cNvPr>
              <p:cNvSpPr/>
              <p:nvPr/>
            </p:nvSpPr>
            <p:spPr>
              <a:xfrm>
                <a:off x="2446706" y="4476612"/>
                <a:ext cx="360000" cy="144000"/>
              </a:xfrm>
              <a:prstGeom prst="roundRect">
                <a:avLst/>
              </a:prstGeom>
              <a:gradFill>
                <a:gsLst>
                  <a:gs pos="53000">
                    <a:schemeClr val="tx1">
                      <a:lumMod val="50000"/>
                      <a:lumOff val="50000"/>
                    </a:schemeClr>
                  </a:gs>
                  <a:gs pos="100000">
                    <a:schemeClr val="tx1"/>
                  </a:gs>
                  <a:gs pos="9000">
                    <a:schemeClr val="tx1"/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61A205E6-3C24-66E0-8C7C-C6CA6642BD14}"/>
                  </a:ext>
                </a:extLst>
              </p:cNvPr>
              <p:cNvGrpSpPr/>
              <p:nvPr/>
            </p:nvGrpSpPr>
            <p:grpSpPr>
              <a:xfrm>
                <a:off x="2227291" y="4557536"/>
                <a:ext cx="812800" cy="419479"/>
                <a:chOff x="9012725" y="1957961"/>
                <a:chExt cx="812800" cy="419479"/>
              </a:xfrm>
            </p:grpSpPr>
            <p:sp>
              <p:nvSpPr>
                <p:cNvPr id="36" name="Flowchart: Alternate Process 35">
                  <a:extLst>
                    <a:ext uri="{FF2B5EF4-FFF2-40B4-BE49-F238E27FC236}">
                      <a16:creationId xmlns:a16="http://schemas.microsoft.com/office/drawing/2014/main" id="{44B5977A-D154-0853-135F-8F76AF03564B}"/>
                    </a:ext>
                  </a:extLst>
                </p:cNvPr>
                <p:cNvSpPr/>
                <p:nvPr/>
              </p:nvSpPr>
              <p:spPr>
                <a:xfrm>
                  <a:off x="9112846" y="2125980"/>
                  <a:ext cx="600364" cy="173875"/>
                </a:xfrm>
                <a:prstGeom prst="flowChartAlternateProcess">
                  <a:avLst/>
                </a:prstGeom>
                <a:gradFill flip="none" rotWithShape="1">
                  <a:gsLst>
                    <a:gs pos="63000">
                      <a:schemeClr val="tx1">
                        <a:lumMod val="65000"/>
                        <a:lumOff val="35000"/>
                      </a:schemeClr>
                    </a:gs>
                    <a:gs pos="100000">
                      <a:schemeClr val="tx1"/>
                    </a:gs>
                    <a:gs pos="9000">
                      <a:schemeClr val="tx1"/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0" scaled="1"/>
                  <a:tileRect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D7251CCE-40A9-7186-3FEA-EA2B92A557BB}"/>
                    </a:ext>
                  </a:extLst>
                </p:cNvPr>
                <p:cNvSpPr/>
                <p:nvPr/>
              </p:nvSpPr>
              <p:spPr>
                <a:xfrm>
                  <a:off x="9168264" y="1957961"/>
                  <a:ext cx="489528" cy="168019"/>
                </a:xfrm>
                <a:prstGeom prst="roundRect">
                  <a:avLst/>
                </a:prstGeom>
                <a:gradFill>
                  <a:gsLst>
                    <a:gs pos="5300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/>
                    </a:gs>
                    <a:gs pos="9000">
                      <a:schemeClr val="tx1"/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0" scaled="1"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Minus Sign 37">
                  <a:extLst>
                    <a:ext uri="{FF2B5EF4-FFF2-40B4-BE49-F238E27FC236}">
                      <a16:creationId xmlns:a16="http://schemas.microsoft.com/office/drawing/2014/main" id="{35C69680-DA51-F8C0-725C-89A6085D314C}"/>
                    </a:ext>
                  </a:extLst>
                </p:cNvPr>
                <p:cNvSpPr/>
                <p:nvPr/>
              </p:nvSpPr>
              <p:spPr>
                <a:xfrm>
                  <a:off x="9012725" y="2254594"/>
                  <a:ext cx="812800" cy="122846"/>
                </a:xfrm>
                <a:prstGeom prst="mathMinus">
                  <a:avLst/>
                </a:prstGeom>
                <a:solidFill>
                  <a:schemeClr val="tx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5" name="Rectangle: Rounded Corners 36">
                <a:extLst>
                  <a:ext uri="{FF2B5EF4-FFF2-40B4-BE49-F238E27FC236}">
                    <a16:creationId xmlns:a16="http://schemas.microsoft.com/office/drawing/2014/main" id="{D7251CCE-40A9-7186-3FEA-EA2B92A557BB}"/>
                  </a:ext>
                </a:extLst>
              </p:cNvPr>
              <p:cNvSpPr/>
              <p:nvPr/>
            </p:nvSpPr>
            <p:spPr>
              <a:xfrm>
                <a:off x="2420899" y="4608631"/>
                <a:ext cx="432000" cy="72000"/>
              </a:xfrm>
              <a:prstGeom prst="roundRect">
                <a:avLst/>
              </a:prstGeom>
              <a:gradFill>
                <a:gsLst>
                  <a:gs pos="53000">
                    <a:schemeClr val="bg1">
                      <a:lumMod val="95000"/>
                    </a:schemeClr>
                  </a:gs>
                  <a:gs pos="100000">
                    <a:schemeClr val="tx1"/>
                  </a:gs>
                  <a:gs pos="9000">
                    <a:schemeClr val="tx1"/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TextBox 26"/>
            <p:cNvSpPr txBox="1"/>
            <p:nvPr/>
          </p:nvSpPr>
          <p:spPr>
            <a:xfrm>
              <a:off x="2361256" y="4710692"/>
              <a:ext cx="53091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 smtClean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CMOS</a:t>
              </a:r>
              <a:endParaRPr lang="en-IN" sz="9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6269355" y="5306882"/>
            <a:ext cx="1199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90:10 BS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B57C009-F9C2-32ED-9407-725EB29110F7}"/>
              </a:ext>
            </a:extLst>
          </p:cNvPr>
          <p:cNvSpPr txBox="1"/>
          <p:nvPr/>
        </p:nvSpPr>
        <p:spPr>
          <a:xfrm>
            <a:off x="4319483" y="3515481"/>
            <a:ext cx="1403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Spectrometer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Rectangle 102"/>
          <p:cNvSpPr/>
          <p:nvPr/>
        </p:nvSpPr>
        <p:spPr>
          <a:xfrm flipV="1">
            <a:off x="5808347" y="2825897"/>
            <a:ext cx="703385" cy="45719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4" name="Picture 10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3993" y="3885786"/>
            <a:ext cx="1261981" cy="798645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4474838" y="2420789"/>
            <a:ext cx="1307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Glass Slide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4491949" y="2765278"/>
            <a:ext cx="1207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Cover Slip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7867597" y="2967505"/>
            <a:ext cx="17626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NaBiF</a:t>
            </a:r>
            <a:r>
              <a:rPr lang="en-US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:Yb:Er</a:t>
            </a:r>
          </a:p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particle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4" name="Picture 1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032" y="2310221"/>
            <a:ext cx="1908000" cy="652245"/>
          </a:xfrm>
          <a:prstGeom prst="rect">
            <a:avLst/>
          </a:prstGeom>
          <a:scene3d>
            <a:camera prst="orthographicFront">
              <a:rot lat="0" lon="0" rev="20399999"/>
            </a:camera>
            <a:lightRig rig="threePt" dir="t"/>
          </a:scene3d>
        </p:spPr>
      </p:pic>
      <p:sp>
        <p:nvSpPr>
          <p:cNvPr id="89" name="Arc 88"/>
          <p:cNvSpPr/>
          <p:nvPr/>
        </p:nvSpPr>
        <p:spPr>
          <a:xfrm rot="7140071" flipV="1">
            <a:off x="6710958" y="2026624"/>
            <a:ext cx="1539714" cy="2634138"/>
          </a:xfrm>
          <a:prstGeom prst="arc">
            <a:avLst>
              <a:gd name="adj1" fmla="val 11742381"/>
              <a:gd name="adj2" fmla="val 16398681"/>
            </a:avLst>
          </a:prstGeom>
          <a:ln w="38100">
            <a:solidFill>
              <a:schemeClr val="tx1"/>
            </a:solidFill>
            <a:prstDash val="sysDash"/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1C0683C-3A2B-3237-AD8D-6BFD1CB8D6F9}"/>
              </a:ext>
            </a:extLst>
          </p:cNvPr>
          <p:cNvSpPr/>
          <p:nvPr/>
        </p:nvSpPr>
        <p:spPr>
          <a:xfrm rot="18746997">
            <a:off x="4909088" y="5124668"/>
            <a:ext cx="180000" cy="805974"/>
          </a:xfrm>
          <a:prstGeom prst="rect">
            <a:avLst/>
          </a:prstGeom>
          <a:solidFill>
            <a:schemeClr val="accent5">
              <a:lumMod val="60000"/>
              <a:lumOff val="40000"/>
              <a:alpha val="87000"/>
            </a:schemeClr>
          </a:solidFill>
          <a:scene3d>
            <a:camera prst="orthographicFront"/>
            <a:lightRig rig="threePt" dir="t"/>
          </a:scene3d>
          <a:sp3d>
            <a:bevelT prst="angle"/>
            <a:bevelB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Curved Right Arrow 120"/>
          <p:cNvSpPr/>
          <p:nvPr/>
        </p:nvSpPr>
        <p:spPr>
          <a:xfrm rot="4068041">
            <a:off x="4816275" y="5217276"/>
            <a:ext cx="359907" cy="588107"/>
          </a:xfrm>
          <a:prstGeom prst="curvedRightArrow">
            <a:avLst>
              <a:gd name="adj1" fmla="val 14937"/>
              <a:gd name="adj2" fmla="val 36322"/>
              <a:gd name="adj3" fmla="val 25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4803688" y="5812639"/>
            <a:ext cx="8318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Flip Mirror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6B57C009-F9C2-32ED-9407-725EB29110F7}"/>
              </a:ext>
            </a:extLst>
          </p:cNvPr>
          <p:cNvSpPr txBox="1"/>
          <p:nvPr/>
        </p:nvSpPr>
        <p:spPr>
          <a:xfrm>
            <a:off x="1500491" y="6191806"/>
            <a:ext cx="2479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Avalanche Photo Diode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Oval 97"/>
          <p:cNvSpPr/>
          <p:nvPr/>
        </p:nvSpPr>
        <p:spPr>
          <a:xfrm>
            <a:off x="4130698" y="5320040"/>
            <a:ext cx="212118" cy="443619"/>
          </a:xfrm>
          <a:prstGeom prst="ellipse">
            <a:avLst/>
          </a:prstGeom>
          <a:solidFill>
            <a:schemeClr val="accent5">
              <a:lumMod val="20000"/>
              <a:lumOff val="80000"/>
              <a:alpha val="95000"/>
            </a:schemeClr>
          </a:solidFill>
          <a:ln>
            <a:solidFill>
              <a:schemeClr val="accent1">
                <a:shade val="50000"/>
                <a:alpha val="82000"/>
              </a:schemeClr>
            </a:solidFill>
          </a:ln>
          <a:scene3d>
            <a:camera prst="orthographicFront">
              <a:rot lat="0" lon="2700000" rev="0"/>
            </a:camera>
            <a:lightRig rig="threePt" dir="t"/>
          </a:scene3d>
          <a:sp3d>
            <a:bevelT prst="angle"/>
            <a:bevelB prst="convex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3694151" y="5679773"/>
            <a:ext cx="11513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660 nm Filter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6B57C009-F9C2-32ED-9407-725EB29110F7}"/>
              </a:ext>
            </a:extLst>
          </p:cNvPr>
          <p:cNvSpPr txBox="1"/>
          <p:nvPr/>
        </p:nvSpPr>
        <p:spPr>
          <a:xfrm>
            <a:off x="9566272" y="2946875"/>
            <a:ext cx="1403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Function Generator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Left Brace 21"/>
          <p:cNvSpPr/>
          <p:nvPr/>
        </p:nvSpPr>
        <p:spPr>
          <a:xfrm>
            <a:off x="4422879" y="2473399"/>
            <a:ext cx="261251" cy="618892"/>
          </a:xfrm>
          <a:prstGeom prst="leftBrace">
            <a:avLst>
              <a:gd name="adj1" fmla="val 8333"/>
              <a:gd name="adj2" fmla="val 51332"/>
            </a:avLst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969" y="3565925"/>
            <a:ext cx="1469624" cy="1064699"/>
          </a:xfrm>
          <a:prstGeom prst="rect">
            <a:avLst/>
          </a:prstGeom>
        </p:spPr>
      </p:pic>
      <p:sp>
        <p:nvSpPr>
          <p:cNvPr id="79" name="Rectangle 78">
            <a:extLst>
              <a:ext uri="{FF2B5EF4-FFF2-40B4-BE49-F238E27FC236}">
                <a16:creationId xmlns:a16="http://schemas.microsoft.com/office/drawing/2014/main" id="{E4109CF9-060C-C47F-EC2B-C975FA8AA455}"/>
              </a:ext>
            </a:extLst>
          </p:cNvPr>
          <p:cNvSpPr/>
          <p:nvPr/>
        </p:nvSpPr>
        <p:spPr>
          <a:xfrm rot="16200000">
            <a:off x="5977027" y="1555576"/>
            <a:ext cx="360000" cy="79250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551FC6B3-1B8B-B3CE-9867-1668127D72DD}"/>
              </a:ext>
            </a:extLst>
          </p:cNvPr>
          <p:cNvSpPr/>
          <p:nvPr/>
        </p:nvSpPr>
        <p:spPr>
          <a:xfrm rot="16200000">
            <a:off x="3940172" y="5334211"/>
            <a:ext cx="162000" cy="4215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/>
          <p:cNvSpPr/>
          <p:nvPr/>
        </p:nvSpPr>
        <p:spPr>
          <a:xfrm>
            <a:off x="8168670" y="4671698"/>
            <a:ext cx="212118" cy="443619"/>
          </a:xfrm>
          <a:prstGeom prst="ellipse">
            <a:avLst/>
          </a:prstGeom>
          <a:solidFill>
            <a:schemeClr val="accent5">
              <a:lumMod val="20000"/>
              <a:lumOff val="80000"/>
              <a:alpha val="95000"/>
            </a:schemeClr>
          </a:solidFill>
          <a:ln>
            <a:solidFill>
              <a:schemeClr val="accent1">
                <a:shade val="50000"/>
                <a:alpha val="82000"/>
              </a:schemeClr>
            </a:solidFill>
          </a:ln>
          <a:scene3d>
            <a:camera prst="orthographicFront">
              <a:rot lat="0" lon="2700000" rev="0"/>
            </a:camera>
            <a:lightRig rig="threePt" dir="t"/>
          </a:scene3d>
          <a:sp3d>
            <a:bevelT prst="angle"/>
            <a:bevelB prst="convex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6" name="Oval 85"/>
          <p:cNvSpPr/>
          <p:nvPr/>
        </p:nvSpPr>
        <p:spPr>
          <a:xfrm rot="5400000">
            <a:off x="7577082" y="5126933"/>
            <a:ext cx="212118" cy="443619"/>
          </a:xfrm>
          <a:prstGeom prst="ellipse">
            <a:avLst/>
          </a:prstGeom>
          <a:solidFill>
            <a:schemeClr val="accent5">
              <a:lumMod val="20000"/>
              <a:lumOff val="80000"/>
              <a:alpha val="95000"/>
            </a:schemeClr>
          </a:solidFill>
          <a:ln>
            <a:solidFill>
              <a:schemeClr val="accent1">
                <a:shade val="50000"/>
                <a:alpha val="82000"/>
              </a:schemeClr>
            </a:solidFill>
          </a:ln>
          <a:scene3d>
            <a:camera prst="orthographicFront">
              <a:rot lat="0" lon="2700000" rev="0"/>
            </a:camera>
            <a:lightRig rig="threePt" dir="t"/>
          </a:scene3d>
          <a:sp3d>
            <a:bevelT prst="angle"/>
            <a:bevelB prst="convex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DF5ECC0-1497-DDF9-BBF9-35DA6071AD4A}"/>
              </a:ext>
            </a:extLst>
          </p:cNvPr>
          <p:cNvSpPr/>
          <p:nvPr/>
        </p:nvSpPr>
        <p:spPr>
          <a:xfrm rot="10800000">
            <a:off x="7923704" y="4845581"/>
            <a:ext cx="348656" cy="79250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246BBCDC-0662-8848-38BF-AA907006025B}"/>
              </a:ext>
            </a:extLst>
          </p:cNvPr>
          <p:cNvSpPr/>
          <p:nvPr/>
        </p:nvSpPr>
        <p:spPr>
          <a:xfrm rot="5400000">
            <a:off x="7548034" y="5191632"/>
            <a:ext cx="253492" cy="72000"/>
          </a:xfrm>
          <a:prstGeom prst="rect">
            <a:avLst/>
          </a:prstGeom>
          <a:gradFill>
            <a:gsLst>
              <a:gs pos="3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41C0683C-3A2B-3237-AD8D-6BFD1CB8D6F9}"/>
              </a:ext>
            </a:extLst>
          </p:cNvPr>
          <p:cNvSpPr/>
          <p:nvPr/>
        </p:nvSpPr>
        <p:spPr>
          <a:xfrm>
            <a:off x="5551968" y="1150532"/>
            <a:ext cx="180000" cy="602575"/>
          </a:xfrm>
          <a:prstGeom prst="rect">
            <a:avLst/>
          </a:prstGeom>
          <a:pattFill prst="pct90">
            <a:fgClr>
              <a:schemeClr val="bg1">
                <a:lumMod val="65000"/>
              </a:schemeClr>
            </a:fgClr>
            <a:bgClr>
              <a:schemeClr val="bg1"/>
            </a:bgClr>
          </a:pattFill>
          <a:effectLst>
            <a:glow>
              <a:schemeClr val="accent1">
                <a:alpha val="40000"/>
              </a:schemeClr>
            </a:glow>
          </a:effectLst>
          <a:scene3d>
            <a:camera prst="orthographicFront">
              <a:rot lat="2400000" lon="19799980" rev="0"/>
            </a:camera>
            <a:lightRig rig="balanced" dir="t"/>
          </a:scene3d>
          <a:sp3d extrusionH="44450" prstMaterial="metal">
            <a:bevelT w="0" h="0" prst="angle"/>
            <a:bevelB w="0" h="0"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4109CF9-060C-C47F-EC2B-C975FA8AA455}"/>
              </a:ext>
            </a:extLst>
          </p:cNvPr>
          <p:cNvSpPr/>
          <p:nvPr/>
        </p:nvSpPr>
        <p:spPr>
          <a:xfrm>
            <a:off x="5658385" y="1411549"/>
            <a:ext cx="540000" cy="72000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1C0683C-3A2B-3237-AD8D-6BFD1CB8D6F9}"/>
              </a:ext>
            </a:extLst>
          </p:cNvPr>
          <p:cNvSpPr/>
          <p:nvPr/>
        </p:nvSpPr>
        <p:spPr>
          <a:xfrm rot="18480000">
            <a:off x="6113617" y="1127948"/>
            <a:ext cx="108000" cy="648000"/>
          </a:xfrm>
          <a:prstGeom prst="rect">
            <a:avLst/>
          </a:prstGeom>
          <a:solidFill>
            <a:schemeClr val="bg1">
              <a:lumMod val="65000"/>
            </a:schemeClr>
          </a:solidFill>
          <a:scene3d>
            <a:camera prst="orthographicFront"/>
            <a:lightRig rig="threePt" dir="t"/>
          </a:scene3d>
          <a:sp3d>
            <a:bevelT prst="angle"/>
            <a:bevelB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0E2F301-84CD-72CE-A4DD-F8BD2D56E74D}"/>
              </a:ext>
            </a:extLst>
          </p:cNvPr>
          <p:cNvSpPr txBox="1"/>
          <p:nvPr/>
        </p:nvSpPr>
        <p:spPr>
          <a:xfrm>
            <a:off x="4121196" y="1220337"/>
            <a:ext cx="1473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Laser Blocker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3181888-A1C8-0611-A2B7-3ACD423B2EEE}"/>
              </a:ext>
            </a:extLst>
          </p:cNvPr>
          <p:cNvSpPr txBox="1"/>
          <p:nvPr/>
        </p:nvSpPr>
        <p:spPr>
          <a:xfrm>
            <a:off x="6226553" y="1189627"/>
            <a:ext cx="679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DM2 </a:t>
            </a:r>
          </a:p>
        </p:txBody>
      </p:sp>
    </p:spTree>
    <p:extLst>
      <p:ext uri="{BB962C8B-B14F-4D97-AF65-F5344CB8AC3E}">
        <p14:creationId xmlns:p14="http://schemas.microsoft.com/office/powerpoint/2010/main" val="25326212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277" y="3165340"/>
            <a:ext cx="3420000" cy="314813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703" y="3165341"/>
            <a:ext cx="3420000" cy="3151968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4" t="5119" r="2583" b="6623"/>
          <a:stretch/>
        </p:blipFill>
        <p:spPr>
          <a:xfrm>
            <a:off x="7821722" y="3216903"/>
            <a:ext cx="3854463" cy="30012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637347" y="433335"/>
            <a:ext cx="4119224" cy="262312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9170319" y="1484067"/>
            <a:ext cx="1457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Raman Plot</a:t>
            </a:r>
            <a:endParaRPr lang="en-IN" dirty="0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" t="25868" r="95583" b="30528"/>
          <a:stretch/>
        </p:blipFill>
        <p:spPr>
          <a:xfrm>
            <a:off x="7669918" y="4103858"/>
            <a:ext cx="161853" cy="1384119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89" t="93427" r="34796" b="-494"/>
          <a:stretch/>
        </p:blipFill>
        <p:spPr>
          <a:xfrm>
            <a:off x="9506933" y="6210117"/>
            <a:ext cx="944545" cy="206725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637344" y="3165340"/>
            <a:ext cx="4119227" cy="32316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9" name="Picture 8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215277" y="433335"/>
            <a:ext cx="3420000" cy="26280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08203" y="362209"/>
            <a:ext cx="3590855" cy="2645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02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019"/>
          <a:stretch/>
        </p:blipFill>
        <p:spPr>
          <a:xfrm>
            <a:off x="3856998" y="258932"/>
            <a:ext cx="3578411" cy="3037162"/>
          </a:xfrm>
          <a:prstGeom prst="rect">
            <a:avLst/>
          </a:prstGeom>
        </p:spPr>
      </p:pic>
      <p:cxnSp>
        <p:nvCxnSpPr>
          <p:cNvPr id="6" name="Straight Connector 5"/>
          <p:cNvCxnSpPr/>
          <p:nvPr/>
        </p:nvCxnSpPr>
        <p:spPr>
          <a:xfrm>
            <a:off x="3945866" y="3148028"/>
            <a:ext cx="756000" cy="4618"/>
          </a:xfrm>
          <a:prstGeom prst="line">
            <a:avLst/>
          </a:prstGeom>
          <a:ln w="571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856998" y="2778696"/>
            <a:ext cx="11455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500 nm</a:t>
            </a:r>
            <a:endParaRPr lang="en-IN" sz="1600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271"/>
          <a:stretch/>
        </p:blipFill>
        <p:spPr>
          <a:xfrm>
            <a:off x="248982" y="258931"/>
            <a:ext cx="3528286" cy="3047796"/>
          </a:xfrm>
          <a:prstGeom prst="rect">
            <a:avLst/>
          </a:prstGeom>
        </p:spPr>
      </p:pic>
      <p:cxnSp>
        <p:nvCxnSpPr>
          <p:cNvPr id="5" name="Straight Connector 4"/>
          <p:cNvCxnSpPr/>
          <p:nvPr/>
        </p:nvCxnSpPr>
        <p:spPr>
          <a:xfrm>
            <a:off x="361845" y="3152646"/>
            <a:ext cx="1180226" cy="9236"/>
          </a:xfrm>
          <a:prstGeom prst="line">
            <a:avLst/>
          </a:prstGeom>
          <a:ln w="571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69078" y="2778696"/>
            <a:ext cx="11455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 µm</a:t>
            </a:r>
            <a:endParaRPr lang="en-IN" sz="1600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Straight Arrow Connector 15"/>
          <p:cNvCxnSpPr/>
          <p:nvPr/>
        </p:nvCxnSpPr>
        <p:spPr>
          <a:xfrm flipV="1">
            <a:off x="5713533" y="2216443"/>
            <a:ext cx="71055" cy="114300"/>
          </a:xfrm>
          <a:prstGeom prst="straightConnector1">
            <a:avLst/>
          </a:prstGeom>
          <a:ln>
            <a:solidFill>
              <a:srgbClr val="FFFF00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 rot="18026576">
            <a:off x="5127969" y="1802754"/>
            <a:ext cx="11455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94.98 nm</a:t>
            </a:r>
            <a:endParaRPr lang="en-IN" sz="1600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450580" y="-40962"/>
            <a:ext cx="5124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082309" y="-40962"/>
            <a:ext cx="52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4409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277" y="3165340"/>
            <a:ext cx="3420000" cy="314813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703" y="3165341"/>
            <a:ext cx="3420000" cy="3151968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4" t="5119" r="2583" b="6623"/>
          <a:stretch/>
        </p:blipFill>
        <p:spPr>
          <a:xfrm>
            <a:off x="7821722" y="3216903"/>
            <a:ext cx="3854463" cy="30012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637347" y="433335"/>
            <a:ext cx="4119224" cy="262312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9170319" y="1484067"/>
            <a:ext cx="1457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Raman Plot</a:t>
            </a:r>
            <a:endParaRPr lang="en-IN" dirty="0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" t="25868" r="95583" b="30528"/>
          <a:stretch/>
        </p:blipFill>
        <p:spPr>
          <a:xfrm>
            <a:off x="7669918" y="4103858"/>
            <a:ext cx="161853" cy="1384119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89" t="93427" r="34796" b="-494"/>
          <a:stretch/>
        </p:blipFill>
        <p:spPr>
          <a:xfrm>
            <a:off x="9506933" y="6210117"/>
            <a:ext cx="944545" cy="206725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637344" y="3165340"/>
            <a:ext cx="4119227" cy="32316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9" name="Picture 8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215277" y="433335"/>
            <a:ext cx="3420000" cy="26280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08203" y="362209"/>
            <a:ext cx="3590855" cy="2645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034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77" t="7884" r="5654" b="12448"/>
          <a:stretch/>
        </p:blipFill>
        <p:spPr>
          <a:xfrm>
            <a:off x="4546141" y="406400"/>
            <a:ext cx="2964872" cy="214813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4" t="5119" r="2583" b="6623"/>
          <a:stretch/>
        </p:blipFill>
        <p:spPr>
          <a:xfrm>
            <a:off x="8597336" y="3626363"/>
            <a:ext cx="3854463" cy="300128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412958" y="3574800"/>
            <a:ext cx="4119227" cy="32316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/>
          <p:cNvSpPr txBox="1"/>
          <p:nvPr/>
        </p:nvSpPr>
        <p:spPr>
          <a:xfrm>
            <a:off x="1706822" y="2612504"/>
            <a:ext cx="16982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Wavelength (nm)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/>
              <p:cNvSpPr txBox="1"/>
              <p:nvPr/>
            </p:nvSpPr>
            <p:spPr>
              <a:xfrm>
                <a:off x="5827583" y="2612878"/>
                <a:ext cx="78816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600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Θ</m:t>
                    </m:r>
                    <m:r>
                      <a:rPr lang="en-IN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(°)</m:t>
                    </m:r>
                  </m:oMath>
                </a14:m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583" y="2612878"/>
                <a:ext cx="788161" cy="338554"/>
              </a:xfrm>
              <a:prstGeom prst="rect">
                <a:avLst/>
              </a:prstGeom>
              <a:blipFill>
                <a:blip r:embed="rId4"/>
                <a:stretch>
                  <a:fillRect l="-4651" t="-5455" b="-236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/>
          <p:cNvSpPr txBox="1"/>
          <p:nvPr/>
        </p:nvSpPr>
        <p:spPr>
          <a:xfrm rot="16200000">
            <a:off x="7617599" y="4857107"/>
            <a:ext cx="1775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 (arb.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761941" y="6519446"/>
            <a:ext cx="22664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Wavelength (nm)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450107" y="482321"/>
            <a:ext cx="1004835" cy="34164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5" name="TextBox 24"/>
          <p:cNvSpPr txBox="1"/>
          <p:nvPr/>
        </p:nvSpPr>
        <p:spPr>
          <a:xfrm>
            <a:off x="3881810" y="76329"/>
            <a:ext cx="469721" cy="376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136900" y="74746"/>
            <a:ext cx="512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60" t="7199" r="5776" b="15746"/>
          <a:stretch/>
        </p:blipFill>
        <p:spPr>
          <a:xfrm>
            <a:off x="1108350" y="378690"/>
            <a:ext cx="3125343" cy="219825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 rot="16200000">
            <a:off x="-123757" y="1242230"/>
            <a:ext cx="18128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 (arb.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23561" y="23543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28179" y="74805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37416" y="128375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37415" y="183794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11309" y="2373649"/>
            <a:ext cx="31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179164" y="2466013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802618" y="2470631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2421455" y="2470631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049528" y="2470631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612948" y="2470631"/>
            <a:ext cx="5434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353697" y="2369031"/>
            <a:ext cx="31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182822" y="24928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4187440" y="77114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4187441" y="129761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187440" y="184255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80712" y="2451868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976000" y="2456630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371287" y="2451868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752285" y="2456631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142812" y="2451868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538100" y="2451868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6923862" y="2451868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323912" y="2451868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174" y="3058755"/>
            <a:ext cx="7193903" cy="2987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3502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5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08" t="14737" r="9470" b="11754"/>
          <a:stretch/>
        </p:blipFill>
        <p:spPr>
          <a:xfrm>
            <a:off x="6733768" y="871589"/>
            <a:ext cx="3064134" cy="22643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89969" y="3049014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77994" y="3202900"/>
            <a:ext cx="21395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Wavelength (nm)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363260" y="92911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363260" y="126689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25k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363257" y="160467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363257" y="195053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39277" y="261576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 rot="16200000">
            <a:off x="5413912" y="1700639"/>
            <a:ext cx="18367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6875402" y="1061195"/>
            <a:ext cx="211328" cy="0"/>
          </a:xfrm>
          <a:prstGeom prst="line">
            <a:avLst/>
          </a:prstGeom>
          <a:ln w="28575">
            <a:solidFill>
              <a:srgbClr val="1F77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452462" y="515183"/>
            <a:ext cx="5048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363257" y="227412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Straight Connector 20"/>
          <p:cNvCxnSpPr/>
          <p:nvPr/>
        </p:nvCxnSpPr>
        <p:spPr>
          <a:xfrm>
            <a:off x="6875402" y="1270108"/>
            <a:ext cx="211328" cy="0"/>
          </a:xfrm>
          <a:prstGeom prst="line">
            <a:avLst/>
          </a:prstGeom>
          <a:ln w="28575">
            <a:solidFill>
              <a:srgbClr val="FF7E0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045504" y="875834"/>
            <a:ext cx="1744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NaBiF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Er</a:t>
            </a:r>
            <a:r>
              <a:rPr lang="en-IN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Yb</a:t>
            </a:r>
            <a:r>
              <a:rPr lang="en-IN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endParaRPr lang="en-IN" sz="16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045504" y="1097620"/>
            <a:ext cx="1744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NaYF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Er</a:t>
            </a:r>
            <a:r>
              <a:rPr lang="en-IN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Yb</a:t>
            </a:r>
            <a:r>
              <a:rPr lang="en-IN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endParaRPr lang="en-IN" sz="16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138080" y="3049013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586191" y="3049012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034302" y="3054472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479689" y="3052519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925076" y="3049012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368754" y="3052822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5516863" y="4748970"/>
                <a:ext cx="2139515" cy="7711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IN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IN" sz="16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en-IN" sz="16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IN" sz="16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𝐵𝑖</m:t>
                            </m:r>
                          </m:sub>
                          <m:sup>
                            <m:r>
                              <a:rPr lang="en-IN" sz="16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𝑛𝑜𝑟𝑚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en-IN" sz="1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en-IN" sz="1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IN" sz="16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sub>
                          <m:sup>
                            <m:r>
                              <a:rPr lang="en-IN" sz="1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𝑛𝑜𝑟𝑚</m:t>
                            </m:r>
                          </m:sup>
                        </m:sSubSup>
                      </m:den>
                    </m:f>
                    <m:r>
                      <a:rPr lang="en-IN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3.803 ± 0.005 </a:t>
                </a:r>
              </a:p>
              <a:p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6863" y="4748970"/>
                <a:ext cx="2139515" cy="7711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/>
          <p:cNvSpPr/>
          <p:nvPr/>
        </p:nvSpPr>
        <p:spPr>
          <a:xfrm>
            <a:off x="5523659" y="4734633"/>
            <a:ext cx="1907486" cy="526876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5" name="TextBox 34"/>
          <p:cNvSpPr txBox="1"/>
          <p:nvPr/>
        </p:nvSpPr>
        <p:spPr>
          <a:xfrm>
            <a:off x="3809337" y="3202900"/>
            <a:ext cx="577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Yb</a:t>
            </a:r>
            <a:r>
              <a:rPr lang="en-IN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endParaRPr lang="en-IN" sz="16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067408" y="3202900"/>
            <a:ext cx="577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Er</a:t>
            </a:r>
            <a:r>
              <a:rPr lang="en-IN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endParaRPr lang="en-IN" sz="16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 rot="16200000">
            <a:off x="2113661" y="1844660"/>
            <a:ext cx="1946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Energy (x 10</a:t>
            </a:r>
            <a:r>
              <a:rPr lang="en-IN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cm</a:t>
            </a:r>
            <a:r>
              <a:rPr lang="en-IN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-1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3281934" y="875834"/>
            <a:ext cx="160020" cy="23588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2" name="TextBox 41"/>
          <p:cNvSpPr txBox="1"/>
          <p:nvPr/>
        </p:nvSpPr>
        <p:spPr>
          <a:xfrm>
            <a:off x="3249868" y="3021292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258851" y="2577730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67698" y="2141940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163633" y="1696776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167698" y="1255728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172272" y="808769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31" t="15048" r="7633" b="7867"/>
          <a:stretch/>
        </p:blipFill>
        <p:spPr>
          <a:xfrm>
            <a:off x="3462529" y="803564"/>
            <a:ext cx="2743200" cy="2445603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5252580" y="3681138"/>
            <a:ext cx="3560857" cy="2880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0" name="TextBox 49"/>
          <p:cNvSpPr txBox="1"/>
          <p:nvPr/>
        </p:nvSpPr>
        <p:spPr>
          <a:xfrm rot="16200000">
            <a:off x="6195470" y="1861758"/>
            <a:ext cx="14156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Absorbance (arb. </a:t>
            </a:r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nit)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7328158" y="2644408"/>
            <a:ext cx="11895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Wavelength (nm)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7191788" y="1547929"/>
            <a:ext cx="678053" cy="18921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3" name="TextBox 52"/>
          <p:cNvSpPr txBox="1"/>
          <p:nvPr/>
        </p:nvSpPr>
        <p:spPr>
          <a:xfrm>
            <a:off x="6775376" y="4118026"/>
            <a:ext cx="15284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NaYF</a:t>
            </a:r>
            <a:r>
              <a:rPr lang="en-IN" sz="1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Er</a:t>
            </a:r>
            <a:r>
              <a:rPr lang="en-IN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Yb</a:t>
            </a:r>
            <a:r>
              <a:rPr lang="en-IN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endParaRPr lang="en-IN" sz="14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767586" y="3929303"/>
            <a:ext cx="16197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NaBiF</a:t>
            </a:r>
            <a:r>
              <a:rPr lang="en-IN" sz="1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Er</a:t>
            </a:r>
            <a:r>
              <a:rPr lang="en-IN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Yb</a:t>
            </a:r>
            <a:r>
              <a:rPr lang="en-IN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endParaRPr lang="en-IN" sz="14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433398" y="3648938"/>
            <a:ext cx="469721" cy="376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6928890" y="1362148"/>
            <a:ext cx="36139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6877056" y="1641707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0.15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6941350" y="1920313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0.1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875628" y="2198920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0.05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7017151" y="2463238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7017151" y="2550868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7230511" y="2547058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466731" y="2550868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7706761" y="2550868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7939171" y="2547058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8148721" y="2547058"/>
            <a:ext cx="4161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2" name="Picture 71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33" t="7139" r="5662" b="11855"/>
          <a:stretch/>
        </p:blipFill>
        <p:spPr>
          <a:xfrm>
            <a:off x="7172325" y="1466851"/>
            <a:ext cx="1423367" cy="113823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185660" y="1509713"/>
            <a:ext cx="609600" cy="18669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9" name="TextBox 38"/>
          <p:cNvSpPr txBox="1"/>
          <p:nvPr/>
        </p:nvSpPr>
        <p:spPr>
          <a:xfrm>
            <a:off x="5815935" y="503517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2601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6" t="7225" r="5771" b="5319"/>
          <a:stretch/>
        </p:blipFill>
        <p:spPr>
          <a:xfrm>
            <a:off x="1329468" y="3331428"/>
            <a:ext cx="3318116" cy="2476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 rot="16200000">
            <a:off x="-88677" y="1766782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328075" y="3447252"/>
            <a:ext cx="1182624" cy="3657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3" name="Straight Connector 12"/>
          <p:cNvCxnSpPr/>
          <p:nvPr/>
        </p:nvCxnSpPr>
        <p:spPr>
          <a:xfrm>
            <a:off x="2807629" y="3532596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2819313" y="3749747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997618" y="3378707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009674" y="3595858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290487" y="3331428"/>
            <a:ext cx="224790" cy="23606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TextBox 25"/>
          <p:cNvSpPr txBox="1"/>
          <p:nvPr/>
        </p:nvSpPr>
        <p:spPr>
          <a:xfrm>
            <a:off x="1339642" y="5401247"/>
            <a:ext cx="2013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260117" y="5058067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260343" y="4711217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260117" y="4349794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263816" y="3995006"/>
            <a:ext cx="368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172666" y="3649665"/>
            <a:ext cx="486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172666" y="3284027"/>
            <a:ext cx="502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1407483" y="5655556"/>
            <a:ext cx="2837074" cy="152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9" name="TextBox 48"/>
          <p:cNvSpPr txBox="1"/>
          <p:nvPr/>
        </p:nvSpPr>
        <p:spPr>
          <a:xfrm>
            <a:off x="1412336" y="5543433"/>
            <a:ext cx="196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954132" y="5538215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2573520" y="5543432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170587" y="5543431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780521" y="5543430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399909" y="5542284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/>
              <p:cNvSpPr txBox="1"/>
              <p:nvPr/>
            </p:nvSpPr>
            <p:spPr>
              <a:xfrm>
                <a:off x="2818931" y="3888958"/>
                <a:ext cx="188137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1064</m:t>
                        </m:r>
                      </m:sub>
                    </m:sSub>
                  </m:oMath>
                </a14:m>
                <a:r>
                  <a:rPr lang="en-IN" sz="1400" b="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0.28 ± 0.01 ms</a:t>
                </a:r>
              </a:p>
            </p:txBody>
          </p:sp>
        </mc:Choice>
        <mc:Fallback xmlns="">
          <p:sp>
            <p:nvSpPr>
              <p:cNvPr id="63" name="TextBox 6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8931" y="3888958"/>
                <a:ext cx="1881376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Rectangle 66"/>
          <p:cNvSpPr/>
          <p:nvPr/>
        </p:nvSpPr>
        <p:spPr>
          <a:xfrm>
            <a:off x="2824746" y="3888549"/>
            <a:ext cx="174048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/>
          <p:cNvSpPr txBox="1"/>
          <p:nvPr/>
        </p:nvSpPr>
        <p:spPr>
          <a:xfrm>
            <a:off x="2475285" y="5745783"/>
            <a:ext cx="11734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1" t="7950" r="5728" b="5319"/>
          <a:stretch/>
        </p:blipFill>
        <p:spPr>
          <a:xfrm>
            <a:off x="1295660" y="816865"/>
            <a:ext cx="3359641" cy="247661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305315" y="932688"/>
            <a:ext cx="1182624" cy="3657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814968" y="1018032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2824747" y="1235183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003052" y="864143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015108" y="1081294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1290176" y="864143"/>
            <a:ext cx="201304" cy="22385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1" name="TextBox 40"/>
          <p:cNvSpPr txBox="1"/>
          <p:nvPr/>
        </p:nvSpPr>
        <p:spPr>
          <a:xfrm>
            <a:off x="1329468" y="2833215"/>
            <a:ext cx="2013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149081" y="2447390"/>
            <a:ext cx="499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152170" y="2074986"/>
            <a:ext cx="4965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152170" y="1696820"/>
            <a:ext cx="4723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146976" y="1313230"/>
            <a:ext cx="486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151718" y="930909"/>
            <a:ext cx="502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1478346" y="3165300"/>
            <a:ext cx="2837074" cy="152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6" name="TextBox 55"/>
          <p:cNvSpPr txBox="1"/>
          <p:nvPr/>
        </p:nvSpPr>
        <p:spPr>
          <a:xfrm>
            <a:off x="1406399" y="3028869"/>
            <a:ext cx="196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948195" y="3023651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567583" y="3028868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176842" y="3028867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798968" y="3028866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417316" y="3021649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/>
              <p:cNvSpPr txBox="1"/>
              <p:nvPr/>
            </p:nvSpPr>
            <p:spPr>
              <a:xfrm>
                <a:off x="2800351" y="1374449"/>
                <a:ext cx="240407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975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0.19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0.001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</a:t>
                </a:r>
              </a:p>
            </p:txBody>
          </p:sp>
        </mc:Choice>
        <mc:Fallback xmlns="">
          <p:sp>
            <p:nvSpPr>
              <p:cNvPr id="65" name="TextBox 6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0351" y="1374449"/>
                <a:ext cx="2404079" cy="307777"/>
              </a:xfrm>
              <a:prstGeom prst="rect">
                <a:avLst/>
              </a:prstGeom>
              <a:blipFill>
                <a:blip r:embed="rId5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Rectangle 67"/>
          <p:cNvSpPr/>
          <p:nvPr/>
        </p:nvSpPr>
        <p:spPr>
          <a:xfrm>
            <a:off x="2818931" y="1373284"/>
            <a:ext cx="1746301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2" name="TextBox 61"/>
          <p:cNvSpPr txBox="1"/>
          <p:nvPr/>
        </p:nvSpPr>
        <p:spPr>
          <a:xfrm>
            <a:off x="1009319" y="59087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006553" y="307823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 rot="16200000">
            <a:off x="-89090" y="4269341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9" name="Picture 68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48" t="9927" r="5410" b="12065"/>
          <a:stretch/>
        </p:blipFill>
        <p:spPr>
          <a:xfrm>
            <a:off x="5416676" y="3335188"/>
            <a:ext cx="3245906" cy="2320368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979723" y="346150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4979723" y="370832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4979723" y="396732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4979723" y="420195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979723" y="443657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4979723" y="468949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4979723" y="494850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5499979" y="553691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6020843" y="554343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6581811" y="554228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149937" y="554314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7717807" y="553691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8233231" y="5536917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 rot="16200000">
            <a:off x="3767801" y="4247398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6552328" y="5745783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5" name="Straight Connector 84"/>
          <p:cNvCxnSpPr/>
          <p:nvPr/>
        </p:nvCxnSpPr>
        <p:spPr>
          <a:xfrm>
            <a:off x="5731164" y="3517815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/>
          <p:cNvCxnSpPr/>
          <p:nvPr/>
        </p:nvCxnSpPr>
        <p:spPr>
          <a:xfrm>
            <a:off x="7441864" y="3517815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921153" y="3363926"/>
            <a:ext cx="1571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/>
              <p:cNvSpPr txBox="1"/>
              <p:nvPr/>
            </p:nvSpPr>
            <p:spPr>
              <a:xfrm>
                <a:off x="5440680" y="5278873"/>
                <a:ext cx="164286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0.76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0.43 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0" name="TextBox 8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0680" y="5278873"/>
                <a:ext cx="1642862" cy="307777"/>
              </a:xfrm>
              <a:prstGeom prst="rect">
                <a:avLst/>
              </a:prstGeom>
              <a:blipFill>
                <a:blip r:embed="rId7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/>
          <p:cNvSpPr/>
          <p:nvPr/>
        </p:nvSpPr>
        <p:spPr>
          <a:xfrm>
            <a:off x="5507075" y="5310178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92" name="Straight Connector 91"/>
          <p:cNvCxnSpPr/>
          <p:nvPr/>
        </p:nvCxnSpPr>
        <p:spPr>
          <a:xfrm flipH="1">
            <a:off x="6296141" y="2040990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/>
          <p:nvPr/>
        </p:nvCxnSpPr>
        <p:spPr>
          <a:xfrm flipH="1">
            <a:off x="7024106" y="2060524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/>
          <p:cNvCxnSpPr/>
          <p:nvPr/>
        </p:nvCxnSpPr>
        <p:spPr>
          <a:xfrm>
            <a:off x="6279957" y="2033218"/>
            <a:ext cx="762828" cy="12966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/>
          <p:cNvCxnSpPr/>
          <p:nvPr/>
        </p:nvCxnSpPr>
        <p:spPr>
          <a:xfrm flipV="1">
            <a:off x="7019661" y="2379068"/>
            <a:ext cx="697494" cy="5753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/>
          <p:nvPr/>
        </p:nvCxnSpPr>
        <p:spPr>
          <a:xfrm flipH="1">
            <a:off x="7712710" y="2054966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/>
          <p:nvPr/>
        </p:nvCxnSpPr>
        <p:spPr>
          <a:xfrm>
            <a:off x="8435595" y="2047346"/>
            <a:ext cx="2285" cy="366297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/>
          <p:cNvCxnSpPr/>
          <p:nvPr/>
        </p:nvCxnSpPr>
        <p:spPr>
          <a:xfrm>
            <a:off x="7695235" y="2039242"/>
            <a:ext cx="757250" cy="0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 flipV="1">
            <a:off x="5598735" y="2370034"/>
            <a:ext cx="715070" cy="903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/>
          <p:nvPr/>
        </p:nvCxnSpPr>
        <p:spPr>
          <a:xfrm>
            <a:off x="5598735" y="1283897"/>
            <a:ext cx="2839145" cy="26288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5497816" y="2081957"/>
            <a:ext cx="9398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 = 25 ms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292738" y="2366131"/>
            <a:ext cx="17508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pulse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4" name="Straight Connector 103"/>
          <p:cNvCxnSpPr/>
          <p:nvPr/>
        </p:nvCxnSpPr>
        <p:spPr>
          <a:xfrm>
            <a:off x="5611362" y="1626387"/>
            <a:ext cx="2841123" cy="9755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6367007" y="1585974"/>
            <a:ext cx="18054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pulse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9" name="Straight Connector 108"/>
          <p:cNvCxnSpPr/>
          <p:nvPr/>
        </p:nvCxnSpPr>
        <p:spPr>
          <a:xfrm>
            <a:off x="5132603" y="1620348"/>
            <a:ext cx="2694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4738304" y="1126197"/>
            <a:ext cx="506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1" name="Straight Connector 110"/>
          <p:cNvCxnSpPr/>
          <p:nvPr/>
        </p:nvCxnSpPr>
        <p:spPr>
          <a:xfrm>
            <a:off x="5130803" y="1283531"/>
            <a:ext cx="2712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/>
          <p:cNvSpPr txBox="1"/>
          <p:nvPr/>
        </p:nvSpPr>
        <p:spPr>
          <a:xfrm>
            <a:off x="4669612" y="1464985"/>
            <a:ext cx="558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OFF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16676" y="816865"/>
            <a:ext cx="3208881" cy="22935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13" name="Straight Connector 112"/>
          <p:cNvCxnSpPr/>
          <p:nvPr/>
        </p:nvCxnSpPr>
        <p:spPr>
          <a:xfrm>
            <a:off x="5135609" y="2378416"/>
            <a:ext cx="2694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4741310" y="1884265"/>
            <a:ext cx="506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5" name="Straight Connector 114"/>
          <p:cNvCxnSpPr/>
          <p:nvPr/>
        </p:nvCxnSpPr>
        <p:spPr>
          <a:xfrm>
            <a:off x="5133809" y="2041599"/>
            <a:ext cx="2712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4672618" y="2223053"/>
            <a:ext cx="558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OFF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7653192" y="3365269"/>
            <a:ext cx="1104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8" name="Rectangle 117"/>
          <p:cNvSpPr/>
          <p:nvPr/>
        </p:nvSpPr>
        <p:spPr>
          <a:xfrm>
            <a:off x="7092684" y="5310178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7003163" y="5264872"/>
                <a:ext cx="174498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7.47 ± 2.81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3163" y="5264872"/>
                <a:ext cx="1744980" cy="307777"/>
              </a:xfrm>
              <a:prstGeom prst="rect">
                <a:avLst/>
              </a:prstGeom>
              <a:blipFill>
                <a:blip r:embed="rId8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TextBox 118"/>
          <p:cNvSpPr txBox="1"/>
          <p:nvPr/>
        </p:nvSpPr>
        <p:spPr>
          <a:xfrm>
            <a:off x="4869423" y="312441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4788368" y="593662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4986529" y="520064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42055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/>
          <p:cNvCxnSpPr/>
          <p:nvPr/>
        </p:nvCxnSpPr>
        <p:spPr>
          <a:xfrm flipH="1">
            <a:off x="1886066" y="1707615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/>
          <p:cNvCxnSpPr/>
          <p:nvPr/>
        </p:nvCxnSpPr>
        <p:spPr>
          <a:xfrm flipH="1">
            <a:off x="2614031" y="1727149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/>
          <p:cNvCxnSpPr/>
          <p:nvPr/>
        </p:nvCxnSpPr>
        <p:spPr>
          <a:xfrm>
            <a:off x="1869882" y="1699843"/>
            <a:ext cx="762828" cy="12966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/>
          <p:cNvCxnSpPr/>
          <p:nvPr/>
        </p:nvCxnSpPr>
        <p:spPr>
          <a:xfrm flipV="1">
            <a:off x="2609586" y="2045693"/>
            <a:ext cx="697494" cy="5753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flipH="1">
            <a:off x="3302635" y="1721591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>
            <a:off x="4025520" y="1713971"/>
            <a:ext cx="2285" cy="366297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3285160" y="1705867"/>
            <a:ext cx="757250" cy="0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1188660" y="2036659"/>
            <a:ext cx="715070" cy="903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188660" y="950522"/>
            <a:ext cx="2839145" cy="26288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87741" y="1748582"/>
            <a:ext cx="9398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 = 25 ms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882663" y="2032756"/>
            <a:ext cx="17508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pulse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1201287" y="1293012"/>
            <a:ext cx="2841123" cy="9755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56932" y="1252599"/>
            <a:ext cx="18054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pulse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" name="Straight Connector 14"/>
          <p:cNvCxnSpPr/>
          <p:nvPr/>
        </p:nvCxnSpPr>
        <p:spPr>
          <a:xfrm>
            <a:off x="722528" y="1286973"/>
            <a:ext cx="2694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8229" y="792822"/>
            <a:ext cx="506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720728" y="950156"/>
            <a:ext cx="2712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59537" y="1131610"/>
            <a:ext cx="558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OFF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1006601" y="483490"/>
            <a:ext cx="3208881" cy="227558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0" name="Straight Connector 19"/>
          <p:cNvCxnSpPr/>
          <p:nvPr/>
        </p:nvCxnSpPr>
        <p:spPr>
          <a:xfrm>
            <a:off x="725534" y="2045041"/>
            <a:ext cx="2694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31235" y="1550890"/>
            <a:ext cx="506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" name="Straight Connector 21"/>
          <p:cNvCxnSpPr/>
          <p:nvPr/>
        </p:nvCxnSpPr>
        <p:spPr>
          <a:xfrm>
            <a:off x="723734" y="1708224"/>
            <a:ext cx="2712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62543" y="1889678"/>
            <a:ext cx="558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OFF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912068" y="184087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48" t="9927" r="5410" b="12065"/>
          <a:stretch/>
        </p:blipFill>
        <p:spPr>
          <a:xfrm>
            <a:off x="4892801" y="468163"/>
            <a:ext cx="3245906" cy="232036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455848" y="59447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455848" y="84129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455848" y="110030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455848" y="133492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455848" y="156955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455848" y="182246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455848" y="208147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976104" y="266989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496968" y="267640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057936" y="267525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626062" y="267612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193932" y="266989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709356" y="2669892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 rot="16200000">
            <a:off x="3243926" y="1380373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028453" y="2831133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5207289" y="622215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6917989" y="622215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397278" y="468326"/>
            <a:ext cx="1571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4916805" y="2411848"/>
                <a:ext cx="164286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0.76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0.43 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6805" y="2411848"/>
                <a:ext cx="1642862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Rectangle 44"/>
          <p:cNvSpPr/>
          <p:nvPr/>
        </p:nvSpPr>
        <p:spPr>
          <a:xfrm>
            <a:off x="4983200" y="2443153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extBox 45"/>
          <p:cNvSpPr txBox="1"/>
          <p:nvPr/>
        </p:nvSpPr>
        <p:spPr>
          <a:xfrm>
            <a:off x="7129317" y="469669"/>
            <a:ext cx="1104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6568809" y="2443153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/>
              <p:cNvSpPr txBox="1"/>
              <p:nvPr/>
            </p:nvSpPr>
            <p:spPr>
              <a:xfrm>
                <a:off x="6479288" y="2397847"/>
                <a:ext cx="174498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7.47 ± 2.81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Text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9288" y="2397847"/>
                <a:ext cx="1744980" cy="307777"/>
              </a:xfrm>
              <a:prstGeom prst="rect">
                <a:avLst/>
              </a:prstGeom>
              <a:blipFill>
                <a:blip r:embed="rId4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TextBox 48"/>
          <p:cNvSpPr txBox="1"/>
          <p:nvPr/>
        </p:nvSpPr>
        <p:spPr>
          <a:xfrm>
            <a:off x="7784073" y="19071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462654" y="233361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1" name="Picture 50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32" t="11043" r="5556" b="12458"/>
          <a:stretch/>
        </p:blipFill>
        <p:spPr>
          <a:xfrm>
            <a:off x="8487237" y="504080"/>
            <a:ext cx="3219592" cy="227453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044959" y="63836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8044959" y="92654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8044959" y="122680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1900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044959" y="153161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1800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8044959" y="181674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1700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8042853" y="241389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8546536" y="267756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9067400" y="268408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9628368" y="268293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0196494" y="268379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0764364" y="267756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9433664" y="2832437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8500239" y="2399205"/>
                <a:ext cx="164286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0.15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0.19 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39" y="2399205"/>
                <a:ext cx="1642862" cy="307777"/>
              </a:xfrm>
              <a:prstGeom prst="rect">
                <a:avLst/>
              </a:prstGeom>
              <a:blipFill>
                <a:blip r:embed="rId6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ectangle 68"/>
          <p:cNvSpPr/>
          <p:nvPr/>
        </p:nvSpPr>
        <p:spPr>
          <a:xfrm>
            <a:off x="8553632" y="2430510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0" name="Rectangle 69"/>
          <p:cNvSpPr/>
          <p:nvPr/>
        </p:nvSpPr>
        <p:spPr>
          <a:xfrm>
            <a:off x="10139241" y="2430066"/>
            <a:ext cx="1503326" cy="262915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1" name="TextBox 70"/>
          <p:cNvSpPr txBox="1"/>
          <p:nvPr/>
        </p:nvSpPr>
        <p:spPr>
          <a:xfrm>
            <a:off x="11378985" y="19426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044959" y="211782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1600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/>
              <p:cNvSpPr txBox="1"/>
              <p:nvPr/>
            </p:nvSpPr>
            <p:spPr>
              <a:xfrm>
                <a:off x="10039157" y="2399811"/>
                <a:ext cx="174498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3.65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0.86 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3" name="TextBox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9157" y="2399811"/>
                <a:ext cx="1744980" cy="307777"/>
              </a:xfrm>
              <a:prstGeom prst="rect">
                <a:avLst/>
              </a:prstGeom>
              <a:blipFill>
                <a:blip r:embed="rId7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Connector 74"/>
          <p:cNvCxnSpPr/>
          <p:nvPr/>
        </p:nvCxnSpPr>
        <p:spPr>
          <a:xfrm>
            <a:off x="8779164" y="625377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/>
          <p:nvPr/>
        </p:nvCxnSpPr>
        <p:spPr>
          <a:xfrm>
            <a:off x="10489864" y="625377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8969153" y="471488"/>
            <a:ext cx="1571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10701192" y="472831"/>
            <a:ext cx="1104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11281231" y="2679417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61006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/>
          <p:cNvCxnSpPr/>
          <p:nvPr/>
        </p:nvCxnSpPr>
        <p:spPr>
          <a:xfrm>
            <a:off x="3611563" y="947599"/>
            <a:ext cx="2447492" cy="12983"/>
          </a:xfrm>
          <a:prstGeom prst="line">
            <a:avLst/>
          </a:prstGeom>
          <a:ln w="762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/>
          <p:cNvCxnSpPr/>
          <p:nvPr/>
        </p:nvCxnSpPr>
        <p:spPr>
          <a:xfrm flipV="1">
            <a:off x="3605704" y="3033859"/>
            <a:ext cx="2453351" cy="10583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/>
          <p:cNvCxnSpPr/>
          <p:nvPr/>
        </p:nvCxnSpPr>
        <p:spPr>
          <a:xfrm>
            <a:off x="3594453" y="1979156"/>
            <a:ext cx="2464602" cy="18064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rc 11"/>
          <p:cNvSpPr/>
          <p:nvPr/>
        </p:nvSpPr>
        <p:spPr>
          <a:xfrm rot="18990667" flipH="1">
            <a:off x="4033758" y="1901119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8100">
            <a:solidFill>
              <a:srgbClr val="C3137C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Arc 12"/>
          <p:cNvSpPr/>
          <p:nvPr/>
        </p:nvSpPr>
        <p:spPr>
          <a:xfrm rot="18990667" flipH="1">
            <a:off x="4069980" y="864799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25400">
            <a:solidFill>
              <a:srgbClr val="C3137C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Arc 13"/>
          <p:cNvSpPr/>
          <p:nvPr/>
        </p:nvSpPr>
        <p:spPr>
          <a:xfrm rot="8238481" flipH="1">
            <a:off x="3237475" y="1848325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25400">
            <a:solidFill>
              <a:srgbClr val="F89EEB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Arc 14"/>
          <p:cNvSpPr/>
          <p:nvPr/>
        </p:nvSpPr>
        <p:spPr>
          <a:xfrm rot="8238481" flipH="1">
            <a:off x="3834135" y="564486"/>
            <a:ext cx="2530571" cy="2724128"/>
          </a:xfrm>
          <a:prstGeom prst="arc">
            <a:avLst>
              <a:gd name="adj1" fmla="val 15976505"/>
              <a:gd name="adj2" fmla="val 92060"/>
            </a:avLst>
          </a:prstGeom>
          <a:ln w="19050">
            <a:solidFill>
              <a:srgbClr val="FF0000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Arc 15"/>
          <p:cNvSpPr/>
          <p:nvPr/>
        </p:nvSpPr>
        <p:spPr>
          <a:xfrm rot="18990667" flipH="1">
            <a:off x="5043903" y="1901119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1750">
            <a:solidFill>
              <a:srgbClr val="EC38A3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Arc 16"/>
          <p:cNvSpPr/>
          <p:nvPr/>
        </p:nvSpPr>
        <p:spPr>
          <a:xfrm rot="18990667" flipH="1">
            <a:off x="5080125" y="864799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25400">
            <a:solidFill>
              <a:srgbClr val="F16BBB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Arc 17"/>
          <p:cNvSpPr/>
          <p:nvPr/>
        </p:nvSpPr>
        <p:spPr>
          <a:xfrm rot="8238481" flipH="1">
            <a:off x="4247619" y="1858905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28575">
            <a:solidFill>
              <a:srgbClr val="F250DB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TextBox 18"/>
          <p:cNvSpPr txBox="1"/>
          <p:nvPr/>
        </p:nvSpPr>
        <p:spPr>
          <a:xfrm>
            <a:off x="3268277" y="773890"/>
            <a:ext cx="597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261991" y="1794490"/>
            <a:ext cx="597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271541" y="2833778"/>
            <a:ext cx="597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3594453" y="2044229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baseline="-2500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baseline="-25000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IN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4453" y="2044229"/>
                <a:ext cx="597207" cy="453137"/>
              </a:xfrm>
              <a:prstGeom prst="rect">
                <a:avLst/>
              </a:prstGeom>
              <a:blipFill>
                <a:blip r:embed="rId2"/>
                <a:stretch>
                  <a:fillRect b="-30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/>
              <p:cNvSpPr txBox="1"/>
              <p:nvPr/>
            </p:nvSpPr>
            <p:spPr>
              <a:xfrm>
                <a:off x="3641146" y="1022384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1146" y="1022384"/>
                <a:ext cx="597207" cy="453137"/>
              </a:xfrm>
              <a:prstGeom prst="rect">
                <a:avLst/>
              </a:prstGeom>
              <a:blipFill>
                <a:blip r:embed="rId3"/>
                <a:stretch>
                  <a:fillRect b="-3108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4647467" y="1014232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7467" y="1014232"/>
                <a:ext cx="597207" cy="453137"/>
              </a:xfrm>
              <a:prstGeom prst="rect">
                <a:avLst/>
              </a:prstGeom>
              <a:blipFill>
                <a:blip r:embed="rId4"/>
                <a:stretch>
                  <a:fillRect b="-30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4647468" y="2054812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7468" y="2054812"/>
                <a:ext cx="597207" cy="453137"/>
              </a:xfrm>
              <a:prstGeom prst="rect">
                <a:avLst/>
              </a:prstGeom>
              <a:blipFill>
                <a:blip r:embed="rId5"/>
                <a:stretch>
                  <a:fillRect b="-3243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/>
              <p:cNvSpPr txBox="1"/>
              <p:nvPr/>
            </p:nvSpPr>
            <p:spPr>
              <a:xfrm>
                <a:off x="4379328" y="2048442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/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9328" y="2048442"/>
                <a:ext cx="597207" cy="453137"/>
              </a:xfrm>
              <a:prstGeom prst="rect">
                <a:avLst/>
              </a:prstGeom>
              <a:blipFill>
                <a:blip r:embed="rId6"/>
                <a:stretch>
                  <a:fillRect b="-3243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5389473" y="2085599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9473" y="2085599"/>
                <a:ext cx="597207" cy="453137"/>
              </a:xfrm>
              <a:prstGeom prst="rect">
                <a:avLst/>
              </a:prstGeom>
              <a:blipFill>
                <a:blip r:embed="rId7"/>
                <a:stretch>
                  <a:fillRect b="-3243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Arc 28"/>
          <p:cNvSpPr/>
          <p:nvPr/>
        </p:nvSpPr>
        <p:spPr>
          <a:xfrm rot="8238481" flipH="1">
            <a:off x="4741289" y="1856623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8100">
            <a:solidFill>
              <a:schemeClr val="bg1">
                <a:lumMod val="65000"/>
              </a:scheme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5882640" y="2097025"/>
                <a:ext cx="605615" cy="453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/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2640" y="2097025"/>
                <a:ext cx="605615" cy="453336"/>
              </a:xfrm>
              <a:prstGeom prst="rect">
                <a:avLst/>
              </a:prstGeom>
              <a:blipFill>
                <a:blip r:embed="rId8"/>
                <a:stretch>
                  <a:fillRect b="-3783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6330286" y="1542487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0286" y="1542487"/>
                <a:ext cx="597207" cy="453137"/>
              </a:xfrm>
              <a:prstGeom prst="rect">
                <a:avLst/>
              </a:prstGeom>
              <a:blipFill>
                <a:blip r:embed="rId9"/>
                <a:stretch>
                  <a:fillRect b="-3783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/>
          <p:cNvSpPr/>
          <p:nvPr/>
        </p:nvSpPr>
        <p:spPr>
          <a:xfrm>
            <a:off x="3747375" y="816864"/>
            <a:ext cx="960171" cy="2352866"/>
          </a:xfrm>
          <a:prstGeom prst="rect">
            <a:avLst/>
          </a:prstGeom>
          <a:noFill/>
          <a:ln w="22225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8" name="Rectangle 37"/>
          <p:cNvSpPr/>
          <p:nvPr/>
        </p:nvSpPr>
        <p:spPr>
          <a:xfrm>
            <a:off x="4772076" y="820374"/>
            <a:ext cx="960171" cy="2352866"/>
          </a:xfrm>
          <a:prstGeom prst="rect">
            <a:avLst/>
          </a:prstGeom>
          <a:noFill/>
          <a:ln w="22225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3" name="TextBox 42"/>
          <p:cNvSpPr txBox="1"/>
          <p:nvPr/>
        </p:nvSpPr>
        <p:spPr>
          <a:xfrm>
            <a:off x="3785816" y="3124372"/>
            <a:ext cx="1005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759902" y="3129258"/>
            <a:ext cx="1005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57276" y="2612013"/>
            <a:ext cx="3712786" cy="2853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4118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800732" y="294988"/>
            <a:ext cx="3132565" cy="230136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65" t="15417" r="10503" b="12361"/>
          <a:stretch/>
        </p:blipFill>
        <p:spPr>
          <a:xfrm>
            <a:off x="815955" y="305188"/>
            <a:ext cx="3110355" cy="228361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 rot="1500000">
            <a:off x="727637" y="1404138"/>
            <a:ext cx="154384" cy="725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1" name="Straight Connector 10"/>
          <p:cNvCxnSpPr/>
          <p:nvPr/>
        </p:nvCxnSpPr>
        <p:spPr>
          <a:xfrm>
            <a:off x="690579" y="1373436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678040" y="1455959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 rot="7620000">
            <a:off x="2300868" y="2561054"/>
            <a:ext cx="145701" cy="669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4" name="Straight Connector 23"/>
          <p:cNvCxnSpPr/>
          <p:nvPr/>
        </p:nvCxnSpPr>
        <p:spPr>
          <a:xfrm rot="6120000">
            <a:off x="2302530" y="2582576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rot="6120000">
            <a:off x="2218637" y="2573220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174981" y="2521623"/>
            <a:ext cx="4250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897879" y="252047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738600" y="251987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468337" y="2524636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579349" y="2679504"/>
            <a:ext cx="1974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61018" y="167837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68425" y="220408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-150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611288" y="-1933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75293" y="193182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108943" y="251657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32469" y="897927"/>
            <a:ext cx="41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484831" y="645515"/>
            <a:ext cx="41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18182" y="397864"/>
            <a:ext cx="41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84831" y="1117002"/>
            <a:ext cx="41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606276" y="1405149"/>
            <a:ext cx="4243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Rectangle 51"/>
          <p:cNvSpPr/>
          <p:nvPr/>
        </p:nvSpPr>
        <p:spPr>
          <a:xfrm rot="1500000">
            <a:off x="3864408" y="1410837"/>
            <a:ext cx="154384" cy="725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3" name="Straight Connector 52"/>
          <p:cNvCxnSpPr/>
          <p:nvPr/>
        </p:nvCxnSpPr>
        <p:spPr>
          <a:xfrm>
            <a:off x="3827350" y="1380135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3814811" y="1462658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2380280" y="251657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Rectangle 55"/>
          <p:cNvSpPr/>
          <p:nvPr/>
        </p:nvSpPr>
        <p:spPr>
          <a:xfrm rot="7620000">
            <a:off x="2304011" y="259816"/>
            <a:ext cx="145701" cy="669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7" name="Straight Connector 56"/>
          <p:cNvCxnSpPr/>
          <p:nvPr/>
        </p:nvCxnSpPr>
        <p:spPr>
          <a:xfrm rot="6120000">
            <a:off x="2305673" y="281338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rot="6120000">
            <a:off x="2221780" y="271982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 rot="16200000">
            <a:off x="-474392" y="1274388"/>
            <a:ext cx="1670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 change, S (%) 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2347272" y="2197107"/>
            <a:ext cx="71563" cy="75537"/>
          </a:xfrm>
          <a:prstGeom prst="ellipse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0" name="Oval 59"/>
          <p:cNvSpPr/>
          <p:nvPr/>
        </p:nvSpPr>
        <p:spPr>
          <a:xfrm>
            <a:off x="2343255" y="1916112"/>
            <a:ext cx="71563" cy="7553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5" name="Straight Connector 64"/>
          <p:cNvCxnSpPr/>
          <p:nvPr/>
        </p:nvCxnSpPr>
        <p:spPr>
          <a:xfrm>
            <a:off x="2378020" y="1864807"/>
            <a:ext cx="0" cy="1800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2341686" y="1868783"/>
            <a:ext cx="72000" cy="1323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 flipH="1">
            <a:off x="2339035" y="2041812"/>
            <a:ext cx="72000" cy="1323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2384852" y="1794250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2392501" y="2063156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Stimulated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4" name="Picture 7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47" t="14884" r="11996" b="11782"/>
          <a:stretch/>
        </p:blipFill>
        <p:spPr>
          <a:xfrm>
            <a:off x="4476322" y="287079"/>
            <a:ext cx="1499184" cy="1139994"/>
          </a:xfrm>
          <a:prstGeom prst="rect">
            <a:avLst/>
          </a:prstGeom>
        </p:spPr>
      </p:pic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47" t="14884" r="12126" b="11782"/>
          <a:stretch/>
        </p:blipFill>
        <p:spPr>
          <a:xfrm>
            <a:off x="4482672" y="1478789"/>
            <a:ext cx="1488552" cy="1133793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414487" y="2521461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4797868" y="2526223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5195537" y="2526224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574156" y="2523842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4354354" y="2675202"/>
            <a:ext cx="1974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4201809" y="2281488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4204083" y="2010807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4204083" y="1720793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207495" y="1451249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4202532" y="1094793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4204806" y="824112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4204806" y="534098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4208218" y="264554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TextBox 90"/>
          <p:cNvSpPr txBox="1"/>
          <p:nvPr/>
        </p:nvSpPr>
        <p:spPr>
          <a:xfrm rot="-5400000">
            <a:off x="3107825" y="1204343"/>
            <a:ext cx="20922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2" name="Picture 91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598" t="14884" r="5383" b="11782"/>
          <a:stretch/>
        </p:blipFill>
        <p:spPr>
          <a:xfrm>
            <a:off x="5987844" y="222719"/>
            <a:ext cx="206965" cy="2456553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6098983" y="2401504"/>
            <a:ext cx="412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6095633" y="1930907"/>
            <a:ext cx="412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6085586" y="1453610"/>
            <a:ext cx="412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085586" y="976313"/>
            <a:ext cx="412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6080562" y="493992"/>
            <a:ext cx="412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6049684" y="-14748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5706784" y="242427"/>
            <a:ext cx="451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200" b="1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IN" sz="12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IN" sz="1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665509" y="1442577"/>
            <a:ext cx="451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(ii)</a:t>
            </a:r>
            <a:endParaRPr lang="en-IN" sz="1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5507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49" t="12000" r="9488" b="9538"/>
          <a:stretch/>
        </p:blipFill>
        <p:spPr>
          <a:xfrm>
            <a:off x="5227784" y="347512"/>
            <a:ext cx="3001819" cy="237721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22" t="13988" r="9148" b="11275"/>
          <a:stretch/>
        </p:blipFill>
        <p:spPr>
          <a:xfrm>
            <a:off x="5240608" y="3112658"/>
            <a:ext cx="3111715" cy="23090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40168" y="3165600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68776" y="26494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66734" y="525359"/>
            <a:ext cx="5350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04696" y="175702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01109" y="282400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 rot="16200000">
            <a:off x="330606" y="4006344"/>
            <a:ext cx="1670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 change, S (%) 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236590" y="1037938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378669" y="1544014"/>
            <a:ext cx="546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238408" y="2054321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976402" y="26494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380424" y="26494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784446" y="264247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188468" y="26494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584664" y="264843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996512" y="264247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441825" y="2642474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909526" y="2803338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375644" y="3515315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242210" y="3840138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242209" y="4181829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242208" y="4512961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248941" y="4844093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386465" y="5170758"/>
            <a:ext cx="5143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631596" y="5316839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038671" y="532381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47773" y="532381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851795" y="532192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3236767" y="532508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640583" y="532406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033381" y="5321921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448833" y="5321919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851377" y="5488003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164970" y="263019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5561885" y="2637173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65907" y="2637173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369929" y="2630199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785381" y="2633363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7189197" y="263234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7581995" y="263019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5399991" y="2796280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 rot="16200000">
            <a:off x="3632719" y="1359468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4971232" y="220453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4971232" y="1849877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4975351" y="149751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4971232" y="1157704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4971232" y="81789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971233" y="47808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8139193" y="2252292"/>
            <a:ext cx="632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8139193" y="1779161"/>
            <a:ext cx="632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8139193" y="1314448"/>
            <a:ext cx="632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8139193" y="817892"/>
            <a:ext cx="632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8139193" y="344761"/>
            <a:ext cx="632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 rot="16200000">
            <a:off x="331878" y="1317909"/>
            <a:ext cx="16628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 change, S (%)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TextBox 92"/>
          <p:cNvSpPr txBox="1"/>
          <p:nvPr/>
        </p:nvSpPr>
        <p:spPr>
          <a:xfrm rot="16200000">
            <a:off x="7646354" y="1193092"/>
            <a:ext cx="19119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 change, S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(%)</a:t>
            </a:r>
          </a:p>
        </p:txBody>
      </p:sp>
      <p:sp>
        <p:nvSpPr>
          <p:cNvPr id="94" name="TextBox 93"/>
          <p:cNvSpPr txBox="1"/>
          <p:nvPr/>
        </p:nvSpPr>
        <p:spPr>
          <a:xfrm rot="16200000">
            <a:off x="4085011" y="4042135"/>
            <a:ext cx="1741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 change, S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(%) 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845064" y="5488003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Power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/ Power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</a:t>
            </a:r>
            <a:endParaRPr lang="en-IN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5081032" y="3220413"/>
            <a:ext cx="5350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4942175" y="3699422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5093416" y="4225158"/>
            <a:ext cx="546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4948435" y="4715195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5199431" y="5318109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739485" y="531159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79539" y="531159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6827223" y="531159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7351988" y="5311594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912827" y="531159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708482" y="2858796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4708481" y="109100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5663419" y="3631798"/>
            <a:ext cx="15719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- 0.022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629354" y="4551503"/>
            <a:ext cx="1600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- 0.012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5726267" y="3634429"/>
            <a:ext cx="1394971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5" name="Rectangle 114"/>
          <p:cNvSpPr/>
          <p:nvPr/>
        </p:nvSpPr>
        <p:spPr>
          <a:xfrm>
            <a:off x="6692882" y="4551503"/>
            <a:ext cx="1394971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8" name="Picture 77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15" t="14257" r="9123" b="11388"/>
          <a:stretch/>
        </p:blipFill>
        <p:spPr>
          <a:xfrm>
            <a:off x="1533235" y="380567"/>
            <a:ext cx="3176619" cy="2347168"/>
          </a:xfrm>
          <a:prstGeom prst="rect">
            <a:avLst/>
          </a:prstGeom>
        </p:spPr>
      </p:pic>
      <p:pic>
        <p:nvPicPr>
          <p:cNvPr id="79" name="Picture 78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34" t="14854" r="9383" b="11726"/>
          <a:stretch/>
        </p:blipFill>
        <p:spPr>
          <a:xfrm>
            <a:off x="1559770" y="3089622"/>
            <a:ext cx="3139440" cy="23097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/>
              <p:cNvSpPr txBox="1"/>
              <p:nvPr/>
            </p:nvSpPr>
            <p:spPr>
              <a:xfrm>
                <a:off x="2633144" y="4947865"/>
                <a:ext cx="1463998" cy="368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IN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IN" sz="1600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IN" sz="1600" b="0" i="0" smtClean="0">
                            <a:latin typeface="Cambria Math" panose="02040503050406030204" pitchFamily="18" charset="0"/>
                          </a:rPr>
                          <m:t>frac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IN" sz="1600" b="0" i="0" smtClean="0">
                            <a:latin typeface="Cambria Math" panose="02040503050406030204" pitchFamily="18" charset="0"/>
                          </a:rPr>
                          <m:t>abs</m:t>
                        </m:r>
                      </m:sup>
                    </m:sSubSup>
                  </m:oMath>
                </a14:m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 0.396</a:t>
                </a:r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6" name="TextBox 9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3144" y="4947865"/>
                <a:ext cx="1463998" cy="368434"/>
              </a:xfrm>
              <a:prstGeom prst="rect">
                <a:avLst/>
              </a:prstGeom>
              <a:blipFill>
                <a:blip r:embed="rId6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112"/>
              <p:cNvSpPr txBox="1"/>
              <p:nvPr/>
            </p:nvSpPr>
            <p:spPr>
              <a:xfrm>
                <a:off x="2631349" y="2270845"/>
                <a:ext cx="1469546" cy="368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IN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IN" sz="1600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IN" sz="1600" b="0" i="0" smtClean="0">
                            <a:latin typeface="Cambria Math" panose="02040503050406030204" pitchFamily="18" charset="0"/>
                          </a:rPr>
                          <m:t>frac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IN" sz="1600" b="0" i="0" smtClean="0">
                            <a:latin typeface="Cambria Math" panose="02040503050406030204" pitchFamily="18" charset="0"/>
                          </a:rPr>
                          <m:t>abs</m:t>
                        </m:r>
                      </m:sup>
                    </m:sSubSup>
                  </m:oMath>
                </a14:m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 0.796</a:t>
                </a:r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3" name="TextBox 1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349" y="2270845"/>
                <a:ext cx="1469546" cy="368434"/>
              </a:xfrm>
              <a:prstGeom prst="rect">
                <a:avLst/>
              </a:prstGeom>
              <a:blipFill>
                <a:blip r:embed="rId7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4" name="Rectangle 113"/>
          <p:cNvSpPr/>
          <p:nvPr/>
        </p:nvSpPr>
        <p:spPr>
          <a:xfrm>
            <a:off x="2609252" y="4990712"/>
            <a:ext cx="134256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6" name="Rectangle 115"/>
          <p:cNvSpPr/>
          <p:nvPr/>
        </p:nvSpPr>
        <p:spPr>
          <a:xfrm>
            <a:off x="2603731" y="2315910"/>
            <a:ext cx="134256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65601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22" t="13988" r="9148" b="11275"/>
          <a:stretch/>
        </p:blipFill>
        <p:spPr>
          <a:xfrm>
            <a:off x="8332541" y="369456"/>
            <a:ext cx="3161507" cy="2346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636895" y="468582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68776" y="26494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66734" y="525359"/>
            <a:ext cx="5350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357496" y="92574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732168" y="90037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36590" y="1037938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378669" y="1544014"/>
            <a:ext cx="546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38408" y="2054321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976402" y="26494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380424" y="26494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784446" y="264247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188468" y="26494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584664" y="264843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996512" y="264247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441825" y="2642474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909526" y="2803338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772371" y="818297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638937" y="1143120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638936" y="1484811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638935" y="1815943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645668" y="2147075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83192" y="2473740"/>
            <a:ext cx="5143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028323" y="2619821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435398" y="262679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4500" y="262679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248522" y="2624904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633494" y="262806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037310" y="26270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430108" y="2624903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845560" y="2624901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589856" y="2800222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 rot="16200000">
            <a:off x="331878" y="1317909"/>
            <a:ext cx="16628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 change, S (%)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9084776" y="2794805"/>
            <a:ext cx="1915734" cy="343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Power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/ Power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</a:t>
            </a:r>
            <a:endParaRPr lang="en-IN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8172965" y="481527"/>
            <a:ext cx="538134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8034107" y="983932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8185349" y="1513980"/>
            <a:ext cx="549269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040367" y="1999705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8291364" y="2606931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8849890" y="2609654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89944" y="2609653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9937628" y="2609653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0462393" y="2609652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23232" y="2609653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134759" y="91707"/>
            <a:ext cx="453685" cy="343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755352" y="920127"/>
            <a:ext cx="1581088" cy="343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- 0.022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21287" y="1839832"/>
            <a:ext cx="1609543" cy="343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- 0.012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8818200" y="922936"/>
            <a:ext cx="1403073" cy="332623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5" name="Rectangle 74"/>
          <p:cNvSpPr/>
          <p:nvPr/>
        </p:nvSpPr>
        <p:spPr>
          <a:xfrm>
            <a:off x="9784815" y="1840010"/>
            <a:ext cx="1403073" cy="332623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6" name="Picture 7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15" t="14257" r="9123" b="11388"/>
          <a:stretch/>
        </p:blipFill>
        <p:spPr>
          <a:xfrm>
            <a:off x="1533235" y="380567"/>
            <a:ext cx="3176619" cy="2347168"/>
          </a:xfrm>
          <a:prstGeom prst="rect">
            <a:avLst/>
          </a:prstGeom>
        </p:spPr>
      </p:pic>
      <p:pic>
        <p:nvPicPr>
          <p:cNvPr id="77" name="Picture 76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34" t="14854" r="9383" b="11726"/>
          <a:stretch/>
        </p:blipFill>
        <p:spPr>
          <a:xfrm>
            <a:off x="4956497" y="392604"/>
            <a:ext cx="3139440" cy="230973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/>
              <p:cNvSpPr txBox="1"/>
              <p:nvPr/>
            </p:nvSpPr>
            <p:spPr>
              <a:xfrm>
                <a:off x="6029871" y="2250847"/>
                <a:ext cx="1463998" cy="368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IN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IN" sz="1600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IN" sz="1600" b="0" i="0" smtClean="0">
                            <a:latin typeface="Cambria Math" panose="02040503050406030204" pitchFamily="18" charset="0"/>
                          </a:rPr>
                          <m:t>frac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IN" sz="1600" b="0" i="0" smtClean="0">
                            <a:latin typeface="Cambria Math" panose="02040503050406030204" pitchFamily="18" charset="0"/>
                          </a:rPr>
                          <m:t>abs</m:t>
                        </m:r>
                      </m:sup>
                    </m:sSubSup>
                  </m:oMath>
                </a14:m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 0.396</a:t>
                </a:r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9871" y="2250847"/>
                <a:ext cx="1463998" cy="368434"/>
              </a:xfrm>
              <a:prstGeom prst="rect">
                <a:avLst/>
              </a:prstGeom>
              <a:blipFill>
                <a:blip r:embed="rId5"/>
                <a:stretch>
                  <a:fillRect b="-1803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" name="TextBox 78"/>
              <p:cNvSpPr txBox="1"/>
              <p:nvPr/>
            </p:nvSpPr>
            <p:spPr>
              <a:xfrm>
                <a:off x="2631349" y="2270845"/>
                <a:ext cx="1469546" cy="368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IN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IN" sz="1600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IN" sz="1600" b="0" i="0" smtClean="0">
                            <a:latin typeface="Cambria Math" panose="02040503050406030204" pitchFamily="18" charset="0"/>
                          </a:rPr>
                          <m:t>frac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IN" sz="1600" b="0" i="0" smtClean="0">
                            <a:latin typeface="Cambria Math" panose="02040503050406030204" pitchFamily="18" charset="0"/>
                          </a:rPr>
                          <m:t>abs</m:t>
                        </m:r>
                      </m:sup>
                    </m:sSubSup>
                  </m:oMath>
                </a14:m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 0.796</a:t>
                </a:r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9" name="TextBox 7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349" y="2270845"/>
                <a:ext cx="1469546" cy="368434"/>
              </a:xfrm>
              <a:prstGeom prst="rect">
                <a:avLst/>
              </a:prstGeom>
              <a:blipFill>
                <a:blip r:embed="rId6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Rectangle 79"/>
          <p:cNvSpPr/>
          <p:nvPr/>
        </p:nvSpPr>
        <p:spPr>
          <a:xfrm>
            <a:off x="6005979" y="2293694"/>
            <a:ext cx="134256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1" name="Rectangle 80"/>
          <p:cNvSpPr/>
          <p:nvPr/>
        </p:nvSpPr>
        <p:spPr>
          <a:xfrm>
            <a:off x="2603731" y="2315910"/>
            <a:ext cx="134256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82" name="Picture 8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3626" y="3278495"/>
            <a:ext cx="10614056" cy="3145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864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32" t="11043" r="5556" b="12458"/>
          <a:stretch/>
        </p:blipFill>
        <p:spPr>
          <a:xfrm>
            <a:off x="1829262" y="923180"/>
            <a:ext cx="3219592" cy="227453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86984" y="105746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86984" y="134564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6984" y="164590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1900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386984" y="195071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1800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86984" y="223584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1700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384878" y="283299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88561" y="309666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409425" y="310318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70393" y="310203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538519" y="310289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106389" y="309666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21813" y="3096669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 rot="16200000">
            <a:off x="153769" y="1890719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775689" y="3251537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2119746" y="1031847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>
            <a:off x="3830446" y="1031847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309735" y="877958"/>
            <a:ext cx="1571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1829262" y="2818305"/>
                <a:ext cx="164286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0.15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0.19 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9262" y="2818305"/>
                <a:ext cx="1642862" cy="307777"/>
              </a:xfrm>
              <a:prstGeom prst="rect">
                <a:avLst/>
              </a:prstGeom>
              <a:blipFill>
                <a:blip r:embed="rId3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/>
          <p:cNvSpPr/>
          <p:nvPr/>
        </p:nvSpPr>
        <p:spPr>
          <a:xfrm>
            <a:off x="1895657" y="2849610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TextBox 22"/>
          <p:cNvSpPr txBox="1"/>
          <p:nvPr/>
        </p:nvSpPr>
        <p:spPr>
          <a:xfrm>
            <a:off x="4041774" y="879301"/>
            <a:ext cx="1104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3481266" y="2849166"/>
            <a:ext cx="1503326" cy="262915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3398983" y="2814578"/>
                <a:ext cx="174498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3.65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0.86 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8983" y="2814578"/>
                <a:ext cx="1744980" cy="307777"/>
              </a:xfrm>
              <a:prstGeom prst="rect">
                <a:avLst/>
              </a:prstGeom>
              <a:blipFill>
                <a:blip r:embed="rId4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/>
          <p:cNvSpPr txBox="1"/>
          <p:nvPr/>
        </p:nvSpPr>
        <p:spPr>
          <a:xfrm>
            <a:off x="1221061" y="65830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386984" y="253692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1600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 rot="16200000">
            <a:off x="4350926" y="1817683"/>
            <a:ext cx="1741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 change, S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(%)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8739" y="3251537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Power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/ Power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</a:t>
            </a:r>
            <a:endParaRPr lang="en-IN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412804" y="958960"/>
            <a:ext cx="5350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269033" y="1384951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269033" y="1814857"/>
            <a:ext cx="546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266823" y="2679102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724241" y="3104685"/>
            <a:ext cx="6456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0.003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132577" y="658262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0" name="Picture 49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62" t="14686" r="9228" b="11841"/>
          <a:stretch/>
        </p:blipFill>
        <p:spPr>
          <a:xfrm>
            <a:off x="5592535" y="923180"/>
            <a:ext cx="3093596" cy="226573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268739" y="3108861"/>
            <a:ext cx="6456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0.006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799534" y="3104572"/>
            <a:ext cx="6456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0.009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7348617" y="3104989"/>
            <a:ext cx="791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0.012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7881567" y="3103182"/>
            <a:ext cx="791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0.015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269033" y="2242754"/>
            <a:ext cx="546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128530" y="2181844"/>
            <a:ext cx="16621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7538.13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4380" y="2187429"/>
            <a:ext cx="1490484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7" name="TextBox 46"/>
          <p:cNvSpPr txBox="1"/>
          <p:nvPr/>
        </p:nvSpPr>
        <p:spPr>
          <a:xfrm>
            <a:off x="6987001" y="1406095"/>
            <a:ext cx="1600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597.32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7050529" y="1406095"/>
            <a:ext cx="1394971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04099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/>
          <p:cNvSpPr txBox="1"/>
          <p:nvPr/>
        </p:nvSpPr>
        <p:spPr>
          <a:xfrm rot="16200000">
            <a:off x="-997317" y="1209247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1" t="7950" r="5728" b="5319"/>
          <a:stretch/>
        </p:blipFill>
        <p:spPr>
          <a:xfrm>
            <a:off x="387020" y="259330"/>
            <a:ext cx="3359641" cy="2476613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396675" y="375153"/>
            <a:ext cx="1182624" cy="3657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1" name="Straight Connector 20"/>
          <p:cNvCxnSpPr/>
          <p:nvPr/>
        </p:nvCxnSpPr>
        <p:spPr>
          <a:xfrm>
            <a:off x="1906328" y="460497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1916107" y="677648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094412" y="306608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106468" y="523759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1536" y="306608"/>
            <a:ext cx="201304" cy="22385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TextBox 25"/>
          <p:cNvSpPr txBox="1"/>
          <p:nvPr/>
        </p:nvSpPr>
        <p:spPr>
          <a:xfrm>
            <a:off x="420828" y="2275680"/>
            <a:ext cx="2013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40441" y="1889855"/>
            <a:ext cx="499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43530" y="1517451"/>
            <a:ext cx="4965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43530" y="1139285"/>
            <a:ext cx="4723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38336" y="755695"/>
            <a:ext cx="486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43078" y="373374"/>
            <a:ext cx="502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1891711" y="816914"/>
                <a:ext cx="240407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975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0.19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0.001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</a:t>
                </a: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1711" y="816914"/>
                <a:ext cx="2404079" cy="307777"/>
              </a:xfrm>
              <a:prstGeom prst="rect">
                <a:avLst/>
              </a:prstGeom>
              <a:blipFill>
                <a:blip r:embed="rId3"/>
                <a:stretch>
                  <a:fillRect t="-4000" b="-22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/>
          <p:cNvSpPr/>
          <p:nvPr/>
        </p:nvSpPr>
        <p:spPr>
          <a:xfrm>
            <a:off x="1910291" y="815749"/>
            <a:ext cx="1746301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4" name="TextBox 33"/>
          <p:cNvSpPr txBox="1"/>
          <p:nvPr/>
        </p:nvSpPr>
        <p:spPr>
          <a:xfrm>
            <a:off x="3377279" y="-14287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1" name="Picture 60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6" t="7225" r="5771" b="5319"/>
          <a:stretch/>
        </p:blipFill>
        <p:spPr>
          <a:xfrm>
            <a:off x="3805968" y="245328"/>
            <a:ext cx="3318116" cy="2476614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5804575" y="361152"/>
            <a:ext cx="1182624" cy="3657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3" name="Straight Connector 62"/>
          <p:cNvCxnSpPr/>
          <p:nvPr/>
        </p:nvCxnSpPr>
        <p:spPr>
          <a:xfrm>
            <a:off x="5284129" y="446496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5295813" y="663647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474118" y="292607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5486174" y="509758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3766987" y="245328"/>
            <a:ext cx="224790" cy="23606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8" name="TextBox 67"/>
          <p:cNvSpPr txBox="1"/>
          <p:nvPr/>
        </p:nvSpPr>
        <p:spPr>
          <a:xfrm>
            <a:off x="3816142" y="2315147"/>
            <a:ext cx="2013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3736617" y="1971967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3736843" y="1625117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3736617" y="1263694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740316" y="908906"/>
            <a:ext cx="368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3649166" y="563565"/>
            <a:ext cx="486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3649166" y="197927"/>
            <a:ext cx="502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3883983" y="2569456"/>
            <a:ext cx="2837074" cy="152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6" name="TextBox 75"/>
          <p:cNvSpPr txBox="1"/>
          <p:nvPr/>
        </p:nvSpPr>
        <p:spPr>
          <a:xfrm>
            <a:off x="3888836" y="2457333"/>
            <a:ext cx="196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430632" y="2452115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5050020" y="2457332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5647087" y="2457331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6257021" y="2457330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6876409" y="2456184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/>
              <p:cNvSpPr txBox="1"/>
              <p:nvPr/>
            </p:nvSpPr>
            <p:spPr>
              <a:xfrm>
                <a:off x="5295431" y="802858"/>
                <a:ext cx="188137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1064</m:t>
                        </m:r>
                      </m:sub>
                    </m:sSub>
                  </m:oMath>
                </a14:m>
                <a:r>
                  <a:rPr lang="en-IN" sz="1400" b="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0.28 ± 0.01 ms</a:t>
                </a:r>
              </a:p>
            </p:txBody>
          </p:sp>
        </mc:Choice>
        <mc:Fallback xmlns="">
          <p:sp>
            <p:nvSpPr>
              <p:cNvPr id="82" name="TextBox 8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5431" y="802858"/>
                <a:ext cx="1881376" cy="307777"/>
              </a:xfrm>
              <a:prstGeom prst="rect">
                <a:avLst/>
              </a:prstGeom>
              <a:blipFill>
                <a:blip r:embed="rId5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Rectangle 82"/>
          <p:cNvSpPr/>
          <p:nvPr/>
        </p:nvSpPr>
        <p:spPr>
          <a:xfrm>
            <a:off x="5301246" y="802449"/>
            <a:ext cx="174048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4" name="TextBox 83"/>
          <p:cNvSpPr txBox="1"/>
          <p:nvPr/>
        </p:nvSpPr>
        <p:spPr>
          <a:xfrm>
            <a:off x="4951785" y="2659683"/>
            <a:ext cx="11734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6750128" y="-7869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483558" y="2569456"/>
            <a:ext cx="2837074" cy="152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6" name="TextBox 95"/>
          <p:cNvSpPr txBox="1"/>
          <p:nvPr/>
        </p:nvSpPr>
        <p:spPr>
          <a:xfrm>
            <a:off x="488411" y="2457333"/>
            <a:ext cx="196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030207" y="2452115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1649595" y="2457332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2246662" y="2457331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856596" y="2457330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3475984" y="2456184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1551360" y="2659683"/>
            <a:ext cx="11734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56337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3102661" y="568993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628318" y="5836205"/>
            <a:ext cx="20991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787515" y="3418242"/>
            <a:ext cx="384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 rot="16200000">
            <a:off x="1103411" y="4305610"/>
            <a:ext cx="7356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symlog</a:t>
            </a:r>
            <a:endParaRPr lang="en-IN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26041" y="310415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662972" y="5616867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2181" y="5613521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390276" y="5617331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574882" y="5616625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713049" y="5616625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832968" y="562103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946041" y="561788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641560" y="3651034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636259" y="3889372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638909" y="4131372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636259" y="4391040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766269" y="4633040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579721" y="4860640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576847" y="5102640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577945" y="5334480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1971287" y="728171"/>
            <a:ext cx="3104025" cy="223051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extBox 45"/>
          <p:cNvSpPr txBox="1"/>
          <p:nvPr/>
        </p:nvSpPr>
        <p:spPr>
          <a:xfrm>
            <a:off x="2069178" y="1232083"/>
            <a:ext cx="29687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dirty="0" smtClean="0"/>
              <a:t>Figurative diagram of face on and side on configuration with its dipoles’ configurations</a:t>
            </a:r>
            <a:endParaRPr lang="en-IN" dirty="0"/>
          </a:p>
        </p:txBody>
      </p:sp>
      <p:sp>
        <p:nvSpPr>
          <p:cNvPr id="47" name="TextBox 46"/>
          <p:cNvSpPr txBox="1"/>
          <p:nvPr/>
        </p:nvSpPr>
        <p:spPr>
          <a:xfrm>
            <a:off x="1426041" y="437894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908601" y="568231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978121" y="5613521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196216" y="5617331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4380822" y="5612815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18989" y="5616625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4638908" y="562484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4751981" y="562169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4845111" y="561806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0" name="Picture 49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99" t="14518" r="9435" b="11489"/>
          <a:stretch/>
        </p:blipFill>
        <p:spPr>
          <a:xfrm>
            <a:off x="1959475" y="3372320"/>
            <a:ext cx="3130800" cy="232179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3039171" y="561806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4081902" y="5538381"/>
            <a:ext cx="211328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3153365" y="5528498"/>
            <a:ext cx="211328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36765" y="5353020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Side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308228" y="5350486"/>
            <a:ext cx="8401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Face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07" t="14745" r="9484" b="11738"/>
          <a:stretch/>
        </p:blipFill>
        <p:spPr>
          <a:xfrm>
            <a:off x="5862862" y="731455"/>
            <a:ext cx="3087276" cy="2276401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4" t="14451" r="9366" b="11793"/>
          <a:stretch/>
        </p:blipFill>
        <p:spPr>
          <a:xfrm>
            <a:off x="5862862" y="3380538"/>
            <a:ext cx="3126520" cy="2301779"/>
          </a:xfrm>
          <a:prstGeom prst="rect">
            <a:avLst/>
          </a:prstGeom>
        </p:spPr>
      </p:pic>
      <p:cxnSp>
        <p:nvCxnSpPr>
          <p:cNvPr id="52" name="Straight Connector 51"/>
          <p:cNvCxnSpPr/>
          <p:nvPr/>
        </p:nvCxnSpPr>
        <p:spPr>
          <a:xfrm>
            <a:off x="6849071" y="5540442"/>
            <a:ext cx="211328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>
            <a:off x="5962347" y="5541305"/>
            <a:ext cx="211328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984975" y="5365677"/>
            <a:ext cx="1392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erpendicular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117777" y="5359221"/>
            <a:ext cx="8408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arallel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6" name="Straight Connector 55"/>
          <p:cNvCxnSpPr/>
          <p:nvPr/>
        </p:nvCxnSpPr>
        <p:spPr>
          <a:xfrm>
            <a:off x="6849071" y="2883040"/>
            <a:ext cx="211328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>
            <a:off x="5962347" y="2883903"/>
            <a:ext cx="211328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984975" y="2708275"/>
            <a:ext cx="1392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erpendicular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117777" y="2701819"/>
            <a:ext cx="8408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arallel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086864" y="784264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Face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8140290" y="822305"/>
            <a:ext cx="717960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6" name="TextBox 75"/>
          <p:cNvSpPr txBox="1"/>
          <p:nvPr/>
        </p:nvSpPr>
        <p:spPr>
          <a:xfrm>
            <a:off x="8117344" y="3454805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Side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8170770" y="3492846"/>
            <a:ext cx="717960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8" name="TextBox 77"/>
          <p:cNvSpPr txBox="1"/>
          <p:nvPr/>
        </p:nvSpPr>
        <p:spPr>
          <a:xfrm>
            <a:off x="5916465" y="291401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6420819" y="291290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6957657" y="291937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7510543" y="292024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8049686" y="291401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8532877" y="2914013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6762953" y="3068881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5927895" y="559163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6432249" y="559053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6969087" y="559700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521973" y="559786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8072546" y="559163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8567167" y="5591637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6849071" y="5840402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5400670" y="102043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503k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5403198" y="130632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5400670" y="158176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501k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5407473" y="185049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5399284" y="268455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497k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 rot="16200000">
            <a:off x="4145049" y="1624060"/>
            <a:ext cx="23674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5181941" y="43975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5400670" y="212846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499k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5501119" y="337008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51k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501119" y="371008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5505505" y="407003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5505505" y="441719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5497730" y="511301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TextBox 105"/>
          <p:cNvSpPr txBox="1"/>
          <p:nvPr/>
        </p:nvSpPr>
        <p:spPr>
          <a:xfrm rot="16200000">
            <a:off x="4159610" y="4336411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5234747" y="312103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5501119" y="477704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47k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5403150" y="73474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5407473" y="242141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5494579" y="546714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45k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4200681" y="3454805"/>
            <a:ext cx="11377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Parallel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Rectangle 116"/>
          <p:cNvSpPr/>
          <p:nvPr/>
        </p:nvSpPr>
        <p:spPr>
          <a:xfrm>
            <a:off x="4216445" y="3492846"/>
            <a:ext cx="774425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9" name="Hexagon 108"/>
          <p:cNvSpPr/>
          <p:nvPr/>
        </p:nvSpPr>
        <p:spPr>
          <a:xfrm>
            <a:off x="9841865" y="980440"/>
            <a:ext cx="1686560" cy="1440000"/>
          </a:xfrm>
          <a:prstGeom prst="hex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12" name="Straight Arrow Connector 111"/>
          <p:cNvCxnSpPr>
            <a:endCxn id="109" idx="1"/>
          </p:cNvCxnSpPr>
          <p:nvPr/>
        </p:nvCxnSpPr>
        <p:spPr>
          <a:xfrm>
            <a:off x="10683875" y="1697038"/>
            <a:ext cx="484550" cy="72340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/>
          <p:cNvCxnSpPr>
            <a:endCxn id="109" idx="0"/>
          </p:cNvCxnSpPr>
          <p:nvPr/>
        </p:nvCxnSpPr>
        <p:spPr>
          <a:xfrm>
            <a:off x="10683875" y="1697038"/>
            <a:ext cx="844550" cy="340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/>
          <p:cNvCxnSpPr>
            <a:endCxn id="109" idx="5"/>
          </p:cNvCxnSpPr>
          <p:nvPr/>
        </p:nvCxnSpPr>
        <p:spPr>
          <a:xfrm flipV="1">
            <a:off x="10683875" y="980440"/>
            <a:ext cx="484550" cy="716598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>
            <a:endCxn id="109" idx="4"/>
          </p:cNvCxnSpPr>
          <p:nvPr/>
        </p:nvCxnSpPr>
        <p:spPr>
          <a:xfrm flipH="1" flipV="1">
            <a:off x="10201865" y="980440"/>
            <a:ext cx="482010" cy="716598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/>
          <p:cNvCxnSpPr>
            <a:endCxn id="109" idx="3"/>
          </p:cNvCxnSpPr>
          <p:nvPr/>
        </p:nvCxnSpPr>
        <p:spPr>
          <a:xfrm flipH="1">
            <a:off x="9841865" y="1694180"/>
            <a:ext cx="838200" cy="6260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/>
          <p:cNvCxnSpPr>
            <a:endCxn id="109" idx="2"/>
          </p:cNvCxnSpPr>
          <p:nvPr/>
        </p:nvCxnSpPr>
        <p:spPr>
          <a:xfrm flipH="1">
            <a:off x="10201865" y="1697038"/>
            <a:ext cx="479470" cy="72340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/>
          <p:cNvCxnSpPr/>
          <p:nvPr/>
        </p:nvCxnSpPr>
        <p:spPr>
          <a:xfrm>
            <a:off x="10681335" y="1703842"/>
            <a:ext cx="2540" cy="72340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/>
          <p:cNvCxnSpPr/>
          <p:nvPr/>
        </p:nvCxnSpPr>
        <p:spPr>
          <a:xfrm>
            <a:off x="10683875" y="1697038"/>
            <a:ext cx="663280" cy="368505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/>
          <p:cNvCxnSpPr/>
          <p:nvPr/>
        </p:nvCxnSpPr>
        <p:spPr>
          <a:xfrm flipV="1">
            <a:off x="10683875" y="1348946"/>
            <a:ext cx="663280" cy="34809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Arrow Connector 123"/>
          <p:cNvCxnSpPr/>
          <p:nvPr/>
        </p:nvCxnSpPr>
        <p:spPr>
          <a:xfrm flipH="1" flipV="1">
            <a:off x="10681335" y="990647"/>
            <a:ext cx="2540" cy="702989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/>
          <p:cNvCxnSpPr/>
          <p:nvPr/>
        </p:nvCxnSpPr>
        <p:spPr>
          <a:xfrm flipH="1" flipV="1">
            <a:off x="10020595" y="1348946"/>
            <a:ext cx="667090" cy="348093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/>
          <p:cNvCxnSpPr/>
          <p:nvPr/>
        </p:nvCxnSpPr>
        <p:spPr>
          <a:xfrm flipH="1">
            <a:off x="10020595" y="1700439"/>
            <a:ext cx="658835" cy="371907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6092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/>
          <p:cNvSpPr txBox="1"/>
          <p:nvPr/>
        </p:nvSpPr>
        <p:spPr>
          <a:xfrm>
            <a:off x="1978711" y="274671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504368" y="2892980"/>
            <a:ext cx="20991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3565" y="475017"/>
            <a:ext cx="384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 rot="16200000">
            <a:off x="-20539" y="1362385"/>
            <a:ext cx="7356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symlog</a:t>
            </a:r>
            <a:endParaRPr lang="en-IN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630613" y="122828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539022" y="2673642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8231" y="2670296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266326" y="2674106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450932" y="2673400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589099" y="2673400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709018" y="267780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822091" y="267465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17610" y="707809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12309" y="946147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14959" y="1188147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12309" y="1447815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42319" y="1689815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55771" y="1917415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52897" y="2159415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53995" y="2391255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784651" y="273909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2854171" y="2670296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072266" y="2674106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256872" y="2669590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395039" y="2673400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514958" y="268161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628031" y="267846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721161" y="267484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1" name="Picture 50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99" t="14518" r="9435" b="11489"/>
          <a:stretch/>
        </p:blipFill>
        <p:spPr>
          <a:xfrm>
            <a:off x="835525" y="429095"/>
            <a:ext cx="3130800" cy="2321795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915221" y="267484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3" name="Straight Connector 52"/>
          <p:cNvCxnSpPr/>
          <p:nvPr/>
        </p:nvCxnSpPr>
        <p:spPr>
          <a:xfrm>
            <a:off x="2957952" y="2595156"/>
            <a:ext cx="211328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2029415" y="2585273"/>
            <a:ext cx="211328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3112815" y="2409795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Side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184278" y="2407261"/>
            <a:ext cx="8401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Face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076731" y="511580"/>
            <a:ext cx="11377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Parallel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3092495" y="549621"/>
            <a:ext cx="774425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60" name="Picture 59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07" t="14745" r="9484" b="11738"/>
          <a:stretch/>
        </p:blipFill>
        <p:spPr>
          <a:xfrm>
            <a:off x="4717810" y="423174"/>
            <a:ext cx="3287317" cy="2336081"/>
          </a:xfrm>
          <a:prstGeom prst="rect">
            <a:avLst/>
          </a:prstGeom>
        </p:spPr>
      </p:pic>
      <p:cxnSp>
        <p:nvCxnSpPr>
          <p:cNvPr id="61" name="Straight Connector 60"/>
          <p:cNvCxnSpPr/>
          <p:nvPr/>
        </p:nvCxnSpPr>
        <p:spPr>
          <a:xfrm>
            <a:off x="5767920" y="2631167"/>
            <a:ext cx="225021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4823741" y="2632053"/>
            <a:ext cx="225021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5912630" y="2451820"/>
            <a:ext cx="1483205" cy="347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erpendicular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4989242" y="2445195"/>
            <a:ext cx="895331" cy="347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arallel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7085917" y="477368"/>
            <a:ext cx="1200833" cy="347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Face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7142804" y="516406"/>
            <a:ext cx="764480" cy="269352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TextBox 66"/>
          <p:cNvSpPr txBox="1"/>
          <p:nvPr/>
        </p:nvSpPr>
        <p:spPr>
          <a:xfrm>
            <a:off x="4774886" y="2662952"/>
            <a:ext cx="41063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5311920" y="2661816"/>
            <a:ext cx="41063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5883542" y="2668459"/>
            <a:ext cx="41063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6472253" y="2669345"/>
            <a:ext cx="41063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046330" y="2662952"/>
            <a:ext cx="41063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7560829" y="2662952"/>
            <a:ext cx="558225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676222" y="2898080"/>
            <a:ext cx="1200833" cy="347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225670" y="719729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503k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4228362" y="1013113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4225670" y="1295774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501k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232914" y="1571553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4224194" y="2427475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497k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 rot="16200000">
            <a:off x="2934358" y="1332650"/>
            <a:ext cx="2429543" cy="360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650368" y="114300"/>
            <a:ext cx="480292" cy="347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4225670" y="1856808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499k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4228311" y="426548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4232914" y="2157443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4" name="Picture 8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4" t="14451" r="9366" b="11793"/>
          <a:stretch/>
        </p:blipFill>
        <p:spPr>
          <a:xfrm>
            <a:off x="8354028" y="401442"/>
            <a:ext cx="3199525" cy="2355526"/>
          </a:xfrm>
          <a:prstGeom prst="rect">
            <a:avLst/>
          </a:prstGeom>
        </p:spPr>
      </p:pic>
      <p:cxnSp>
        <p:nvCxnSpPr>
          <p:cNvPr id="85" name="Straight Connector 84"/>
          <p:cNvCxnSpPr/>
          <p:nvPr/>
        </p:nvCxnSpPr>
        <p:spPr>
          <a:xfrm>
            <a:off x="9363265" y="2611781"/>
            <a:ext cx="216263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/>
          <p:cNvCxnSpPr/>
          <p:nvPr/>
        </p:nvCxnSpPr>
        <p:spPr>
          <a:xfrm>
            <a:off x="8455836" y="2612664"/>
            <a:ext cx="216263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9502342" y="2432935"/>
            <a:ext cx="1425475" cy="34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erpendicular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8614895" y="2426328"/>
            <a:ext cx="860482" cy="34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arallel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661152" y="477444"/>
            <a:ext cx="1154094" cy="34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Side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10715826" y="516373"/>
            <a:ext cx="734725" cy="268600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1" name="TextBox 90"/>
          <p:cNvSpPr txBox="1"/>
          <p:nvPr/>
        </p:nvSpPr>
        <p:spPr>
          <a:xfrm>
            <a:off x="8420579" y="2664171"/>
            <a:ext cx="394651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8936710" y="2663038"/>
            <a:ext cx="394651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9486083" y="2669662"/>
            <a:ext cx="394651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10051879" y="2670546"/>
            <a:ext cx="394651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0615308" y="2664171"/>
            <a:ext cx="394651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1121479" y="2664171"/>
            <a:ext cx="536498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9363265" y="2899695"/>
            <a:ext cx="1154094" cy="34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7983838" y="390746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51k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7983838" y="738679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7988326" y="1107043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7988326" y="1462305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7980370" y="2174376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11225971" y="107303"/>
            <a:ext cx="461597" cy="34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7983838" y="1830559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47k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7977145" y="2536771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45k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1610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86" t="14104" r="9187" b="10850"/>
          <a:stretch/>
        </p:blipFill>
        <p:spPr>
          <a:xfrm>
            <a:off x="2346960" y="1043940"/>
            <a:ext cx="3145333" cy="243078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62" t="14228" r="9116" b="11076"/>
          <a:stretch/>
        </p:blipFill>
        <p:spPr>
          <a:xfrm>
            <a:off x="4271010" y="4038869"/>
            <a:ext cx="3140351" cy="233791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55" t="13922" r="8708" b="11105"/>
          <a:stretch/>
        </p:blipFill>
        <p:spPr>
          <a:xfrm>
            <a:off x="5981700" y="1066800"/>
            <a:ext cx="3138412" cy="2407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30497" y="3577082"/>
            <a:ext cx="19965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900813" y="3568609"/>
            <a:ext cx="19965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978311" y="597432"/>
            <a:ext cx="2140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15078" y="597432"/>
            <a:ext cx="2140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115642" y="6465281"/>
            <a:ext cx="16567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(º)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 rot="16200000">
                <a:off x="5206642" y="1910969"/>
                <a:ext cx="90845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</m:oMath>
                </a14:m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ms)</a:t>
                </a:r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206642" y="1910969"/>
                <a:ext cx="908457" cy="338554"/>
              </a:xfrm>
              <a:prstGeom prst="rect">
                <a:avLst/>
              </a:prstGeom>
              <a:blipFill>
                <a:blip r:embed="rId5"/>
                <a:stretch>
                  <a:fillRect l="-5455" r="-236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 rot="16200000">
                <a:off x="1499461" y="1910968"/>
                <a:ext cx="90845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</m:oMath>
                </a14:m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ms)</a:t>
                </a:r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499461" y="1910968"/>
                <a:ext cx="908457" cy="338554"/>
              </a:xfrm>
              <a:prstGeom prst="rect">
                <a:avLst/>
              </a:prstGeom>
              <a:blipFill>
                <a:blip r:embed="rId6"/>
                <a:stretch>
                  <a:fillRect l="-5455" r="-236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/>
          <p:cNvCxnSpPr/>
          <p:nvPr/>
        </p:nvCxnSpPr>
        <p:spPr>
          <a:xfrm>
            <a:off x="6459342" y="4192103"/>
            <a:ext cx="211328" cy="0"/>
          </a:xfrm>
          <a:prstGeom prst="line">
            <a:avLst/>
          </a:prstGeom>
          <a:ln w="28575">
            <a:solidFill>
              <a:srgbClr val="00808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>
            <a:off x="5619193" y="4184754"/>
            <a:ext cx="211328" cy="0"/>
          </a:xfrm>
          <a:prstGeom prst="line">
            <a:avLst/>
          </a:prstGeom>
          <a:ln w="28575">
            <a:solidFill>
              <a:srgbClr val="FFA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6614205" y="4006742"/>
                <a:ext cx="112776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ms)</a:t>
                </a: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4205" y="4006742"/>
                <a:ext cx="1127760" cy="338554"/>
              </a:xfrm>
              <a:prstGeom prst="rect">
                <a:avLst/>
              </a:prstGeom>
              <a:blipFill>
                <a:blip r:embed="rId7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5774056" y="4006742"/>
                <a:ext cx="84014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ms)</a:t>
                </a: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4056" y="4006742"/>
                <a:ext cx="840149" cy="338554"/>
              </a:xfrm>
              <a:prstGeom prst="rect">
                <a:avLst/>
              </a:prstGeom>
              <a:blipFill>
                <a:blip r:embed="rId8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/>
          <p:cNvSpPr txBox="1"/>
          <p:nvPr/>
        </p:nvSpPr>
        <p:spPr>
          <a:xfrm>
            <a:off x="2204267" y="337218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588862" y="337218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973457" y="337218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358052" y="337401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742647" y="337218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131731" y="337218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521166" y="337020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909550" y="336737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831387" y="337726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215982" y="337726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600577" y="337726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985172" y="337909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369767" y="337726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758851" y="337726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148286" y="337528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536670" y="337245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2396039" y="81768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780634" y="81586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179549" y="81533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578464" y="81533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000792" y="81681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398656" y="81533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90407" y="81533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194376" y="81533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011475" y="85324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396070" y="85142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794985" y="85089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7193900" y="85089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7616228" y="85237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8014092" y="85089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8405843" y="85089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8809812" y="85089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029207" y="969220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029207" y="1223325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028507" y="1472129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028507" y="1754498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2028507" y="2014067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028507" y="2275909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2028507" y="2516272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2027807" y="2782043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027107" y="3040820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5712860" y="1094293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712860" y="1510045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5712860" y="1924224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5712860" y="2342670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5708832" y="2765977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5810647" y="3174106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4315072" y="628088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4699667" y="628270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5084262" y="628088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473346" y="628088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5862781" y="627889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6251165" y="627607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6620156" y="627607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6989291" y="627607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4000792" y="403086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4000792" y="428828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000792" y="454571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4000792" y="477779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4097058" y="5030468"/>
            <a:ext cx="261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4097058" y="5290179"/>
            <a:ext cx="261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4097058" y="5533956"/>
            <a:ext cx="261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4097058" y="5785531"/>
            <a:ext cx="261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097058" y="6037106"/>
            <a:ext cx="261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931359" y="595196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5604146" y="595106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819945" y="376613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1" name="Picture 9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98811" y="554190"/>
            <a:ext cx="7425572" cy="6303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5574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21" t="14680" r="9511" b="11784"/>
          <a:stretch/>
        </p:blipFill>
        <p:spPr>
          <a:xfrm>
            <a:off x="995055" y="3033713"/>
            <a:ext cx="3151385" cy="232835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02" t="14681" r="9402" b="11785"/>
          <a:stretch/>
        </p:blipFill>
        <p:spPr>
          <a:xfrm>
            <a:off x="976697" y="338137"/>
            <a:ext cx="3164178" cy="23283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26166" y="257720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41950" y="258371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97838" y="258256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650724" y="258343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201297" y="257720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718778" y="2577201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872654" y="2732069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27829" y="46577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27829" y="82100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27829" y="116393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27829" y="152223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25723" y="221691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 rot="16200000">
            <a:off x="-705386" y="1323411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Connector 19"/>
          <p:cNvCxnSpPr/>
          <p:nvPr/>
        </p:nvCxnSpPr>
        <p:spPr>
          <a:xfrm>
            <a:off x="1181343" y="2242922"/>
            <a:ext cx="21132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800431" y="33845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27829" y="186598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4" name="Straight Connector 23"/>
          <p:cNvCxnSpPr/>
          <p:nvPr/>
        </p:nvCxnSpPr>
        <p:spPr>
          <a:xfrm>
            <a:off x="1181343" y="2451835"/>
            <a:ext cx="211328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351446" y="2057561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25º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351446" y="2276893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60º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21640" y="310824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06898" y="341487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55354" y="375580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61346" y="406243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57497" y="470998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/>
              <p:cNvSpPr txBox="1"/>
              <p:nvPr/>
            </p:nvSpPr>
            <p:spPr>
              <a:xfrm rot="16200000">
                <a:off x="-709978" y="3872337"/>
                <a:ext cx="2328567" cy="6243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I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IN" sz="1600" b="0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Δ</m:t>
                          </m:r>
                          <m:r>
                            <a:rPr lang="en-I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𝑆</m:t>
                          </m:r>
                        </m:num>
                        <m:den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1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𝑟𝑒𝑓</m:t>
                              </m:r>
                            </m:sub>
                          </m:sSub>
                        </m:den>
                      </m:f>
                      <m:r>
                        <a:rPr lang="en-I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[%]</m:t>
                      </m:r>
                    </m:oMath>
                  </m:oMathPara>
                </a14:m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" name="Text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709978" y="3872337"/>
                <a:ext cx="2328567" cy="62433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/>
          <p:cNvSpPr txBox="1"/>
          <p:nvPr/>
        </p:nvSpPr>
        <p:spPr>
          <a:xfrm>
            <a:off x="3794611" y="2745999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59323" y="437331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57497" y="501661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029701" y="527277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423020" y="526676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812304" y="526676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2196700" y="526676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594713" y="527277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2977858" y="527591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58838" y="527375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751538" y="526676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872802" y="5427644"/>
            <a:ext cx="16567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(º)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/>
              <p:cNvSpPr txBox="1"/>
              <p:nvPr/>
            </p:nvSpPr>
            <p:spPr>
              <a:xfrm>
                <a:off x="1176221" y="4857449"/>
                <a:ext cx="2101228" cy="358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𝜂</m:t>
                        </m:r>
                      </m:e>
                      <m:sub>
                        <m:r>
                          <a:rPr lang="en-IN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𝑓𝑟𝑎𝑐</m:t>
                        </m:r>
                      </m:sub>
                    </m:sSub>
                  </m:oMath>
                </a14:m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 1.46 </a:t>
                </a:r>
                <a14:m>
                  <m:oMath xmlns:m="http://schemas.openxmlformats.org/officeDocument/2006/math">
                    <m:r>
                      <a:rPr lang="en-IN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°</m:t>
                    </m:r>
                    <m:r>
                      <a:rPr lang="en-IN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𝐶</m:t>
                    </m:r>
                    <m:r>
                      <a:rPr lang="en-IN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/√</m:t>
                    </m:r>
                    <m:r>
                      <a:rPr lang="en-IN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𝐻𝑧</m:t>
                    </m:r>
                  </m:oMath>
                </a14:m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Text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221" y="4857449"/>
                <a:ext cx="2101228" cy="358303"/>
              </a:xfrm>
              <a:prstGeom prst="rect">
                <a:avLst/>
              </a:prstGeom>
              <a:blipFill>
                <a:blip r:embed="rId5"/>
                <a:stretch>
                  <a:fillRect t="-3390" b="-1694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tangle 48"/>
          <p:cNvSpPr/>
          <p:nvPr/>
        </p:nvSpPr>
        <p:spPr>
          <a:xfrm>
            <a:off x="1157966" y="4895441"/>
            <a:ext cx="1996333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489052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2028</TotalTime>
  <Words>1201</Words>
  <Application>Microsoft Office PowerPoint</Application>
  <PresentationFormat>Widescreen</PresentationFormat>
  <Paragraphs>740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Calibri</vt:lpstr>
      <vt:lpstr>Calibri Light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Atanu</dc:creator>
  <cp:lastModifiedBy>Optical Tweezer</cp:lastModifiedBy>
  <cp:revision>128</cp:revision>
  <dcterms:created xsi:type="dcterms:W3CDTF">2025-10-23T05:31:24Z</dcterms:created>
  <dcterms:modified xsi:type="dcterms:W3CDTF">2026-02-03T07:56:34Z</dcterms:modified>
</cp:coreProperties>
</file>